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7"/>
  </p:notesMasterIdLst>
  <p:sldIdLst>
    <p:sldId id="377" r:id="rId2"/>
    <p:sldId id="356" r:id="rId3"/>
    <p:sldId id="358" r:id="rId4"/>
    <p:sldId id="359" r:id="rId5"/>
    <p:sldId id="357" r:id="rId6"/>
    <p:sldId id="367" r:id="rId7"/>
    <p:sldId id="369" r:id="rId8"/>
    <p:sldId id="370" r:id="rId9"/>
    <p:sldId id="371" r:id="rId10"/>
    <p:sldId id="376" r:id="rId11"/>
    <p:sldId id="372" r:id="rId12"/>
    <p:sldId id="373" r:id="rId13"/>
    <p:sldId id="374" r:id="rId14"/>
    <p:sldId id="360" r:id="rId15"/>
    <p:sldId id="361" r:id="rId16"/>
    <p:sldId id="362" r:id="rId17"/>
    <p:sldId id="363" r:id="rId18"/>
    <p:sldId id="365" r:id="rId19"/>
    <p:sldId id="366" r:id="rId20"/>
    <p:sldId id="364" r:id="rId21"/>
    <p:sldId id="321" r:id="rId22"/>
    <p:sldId id="322" r:id="rId23"/>
    <p:sldId id="323" r:id="rId24"/>
    <p:sldId id="324" r:id="rId25"/>
    <p:sldId id="354" r:id="rId26"/>
  </p:sldIdLst>
  <p:sldSz cx="12192000" cy="6858000"/>
  <p:notesSz cx="6858000" cy="10001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sT ." initials="M." lastIdx="11" clrIdx="0">
    <p:extLst>
      <p:ext uri="{19B8F6BF-5375-455C-9EA6-DF929625EA0E}">
        <p15:presenceInfo xmlns:p15="http://schemas.microsoft.com/office/powerpoint/2012/main" userId="5156833f1983e9af" providerId="Windows Live"/>
      </p:ext>
    </p:extLst>
  </p:cmAuthor>
  <p:cmAuthor id="2" name="Sadaf Baloch" initials="SB" lastIdx="3" clrIdx="1">
    <p:extLst>
      <p:ext uri="{19B8F6BF-5375-455C-9EA6-DF929625EA0E}">
        <p15:presenceInfo xmlns:p15="http://schemas.microsoft.com/office/powerpoint/2012/main" userId="S::sadaf.baloch@ucp.edu.pk::2cdfe0ab-03ea-46b2-8263-c67d3be957c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CCBC2-27A8-4BC6-185D-1D59233017F1}" v="1" dt="2020-10-15T05:54:09.485"/>
    <p1510:client id="{8A82629B-FE24-4B7D-C86E-036451962E06}" v="313" dt="2019-10-23T17:37:26.553"/>
    <p1510:client id="{8B9F3820-0609-D073-BEE7-FA8FBB0A1623}" v="338" dt="2019-10-23T09:56:37.322"/>
    <p1510:client id="{A0A3A486-B655-428F-20EE-55966D3C2E80}" v="2" dt="2023-03-31T08:18:55.841"/>
    <p1510:client id="{A5B098E5-B82E-AE81-3957-85E24C246330}" v="892" dt="2019-10-18T08:38:54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8" autoAdjust="0"/>
    <p:restoredTop sz="94291" autoAdjust="0"/>
  </p:normalViewPr>
  <p:slideViewPr>
    <p:cSldViewPr snapToGrid="0">
      <p:cViewPr varScale="1">
        <p:scale>
          <a:sx n="68" d="100"/>
          <a:sy n="68" d="100"/>
        </p:scale>
        <p:origin x="6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daf Baloch" userId="S::sadaf.baloch@ucp.edu.pk::2cdfe0ab-03ea-46b2-8263-c67d3be957cb" providerId="AD" clId="Web-{448CCBC2-27A8-4BC6-185D-1D59233017F1}"/>
    <pc:docChg chg="modSld">
      <pc:chgData name="Sadaf Baloch" userId="S::sadaf.baloch@ucp.edu.pk::2cdfe0ab-03ea-46b2-8263-c67d3be957cb" providerId="AD" clId="Web-{448CCBC2-27A8-4BC6-185D-1D59233017F1}" dt="2020-10-15T05:54:09.485" v="0"/>
      <pc:docMkLst>
        <pc:docMk/>
      </pc:docMkLst>
      <pc:sldChg chg="mod modShow">
        <pc:chgData name="Sadaf Baloch" userId="S::sadaf.baloch@ucp.edu.pk::2cdfe0ab-03ea-46b2-8263-c67d3be957cb" providerId="AD" clId="Web-{448CCBC2-27A8-4BC6-185D-1D59233017F1}" dt="2020-10-15T05:54:09.485" v="0"/>
        <pc:sldMkLst>
          <pc:docMk/>
          <pc:sldMk cId="2065212139" sldId="369"/>
        </pc:sldMkLst>
      </pc:sldChg>
    </pc:docChg>
  </pc:docChgLst>
  <pc:docChgLst>
    <pc:chgData name="Sadaf Baloch" userId="S::sadaf.baloch@ucp.edu.pk::2cdfe0ab-03ea-46b2-8263-c67d3be957cb" providerId="AD" clId="Web-{8B9F3820-0609-D073-BEE7-FA8FBB0A1623}"/>
    <pc:docChg chg="addSld delSld modSld sldOrd">
      <pc:chgData name="Sadaf Baloch" userId="S::sadaf.baloch@ucp.edu.pk::2cdfe0ab-03ea-46b2-8263-c67d3be957cb" providerId="AD" clId="Web-{8B9F3820-0609-D073-BEE7-FA8FBB0A1623}" dt="2019-10-23T09:56:37.322" v="327" actId="20577"/>
      <pc:docMkLst>
        <pc:docMk/>
      </pc:docMkLst>
      <pc:sldChg chg="modSp">
        <pc:chgData name="Sadaf Baloch" userId="S::sadaf.baloch@ucp.edu.pk::2cdfe0ab-03ea-46b2-8263-c67d3be957cb" providerId="AD" clId="Web-{8B9F3820-0609-D073-BEE7-FA8FBB0A1623}" dt="2019-10-23T09:20:53.690" v="108" actId="20577"/>
        <pc:sldMkLst>
          <pc:docMk/>
          <pc:sldMk cId="715327142" sldId="354"/>
        </pc:sldMkLst>
        <pc:spChg chg="mod">
          <ac:chgData name="Sadaf Baloch" userId="S::sadaf.baloch@ucp.edu.pk::2cdfe0ab-03ea-46b2-8263-c67d3be957cb" providerId="AD" clId="Web-{8B9F3820-0609-D073-BEE7-FA8FBB0A1623}" dt="2019-10-23T09:20:53.690" v="108" actId="20577"/>
          <ac:spMkLst>
            <pc:docMk/>
            <pc:sldMk cId="715327142" sldId="354"/>
            <ac:spMk id="2" creationId="{238EC91F-69DE-4489-8F97-269153CB475F}"/>
          </ac:spMkLst>
        </pc:spChg>
      </pc:sldChg>
      <pc:sldChg chg="modSp">
        <pc:chgData name="Sadaf Baloch" userId="S::sadaf.baloch@ucp.edu.pk::2cdfe0ab-03ea-46b2-8263-c67d3be957cb" providerId="AD" clId="Web-{8B9F3820-0609-D073-BEE7-FA8FBB0A1623}" dt="2019-10-23T09:52:46.086" v="325" actId="20577"/>
        <pc:sldMkLst>
          <pc:docMk/>
          <pc:sldMk cId="3850674471" sldId="356"/>
        </pc:sldMkLst>
        <pc:spChg chg="mod">
          <ac:chgData name="Sadaf Baloch" userId="S::sadaf.baloch@ucp.edu.pk::2cdfe0ab-03ea-46b2-8263-c67d3be957cb" providerId="AD" clId="Web-{8B9F3820-0609-D073-BEE7-FA8FBB0A1623}" dt="2019-10-23T09:52:46.086" v="325" actId="20577"/>
          <ac:spMkLst>
            <pc:docMk/>
            <pc:sldMk cId="3850674471" sldId="356"/>
            <ac:spMk id="3" creationId="{1A3DF532-74E1-455A-9F93-E9CFA610F1A1}"/>
          </ac:spMkLst>
        </pc:spChg>
      </pc:sldChg>
      <pc:sldChg chg="ord">
        <pc:chgData name="Sadaf Baloch" userId="S::sadaf.baloch@ucp.edu.pk::2cdfe0ab-03ea-46b2-8263-c67d3be957cb" providerId="AD" clId="Web-{8B9F3820-0609-D073-BEE7-FA8FBB0A1623}" dt="2019-10-23T09:40:37.365" v="143"/>
        <pc:sldMkLst>
          <pc:docMk/>
          <pc:sldMk cId="3813006738" sldId="360"/>
        </pc:sldMkLst>
      </pc:sldChg>
      <pc:sldChg chg="modSp">
        <pc:chgData name="Sadaf Baloch" userId="S::sadaf.baloch@ucp.edu.pk::2cdfe0ab-03ea-46b2-8263-c67d3be957cb" providerId="AD" clId="Web-{8B9F3820-0609-D073-BEE7-FA8FBB0A1623}" dt="2019-10-23T09:15:10.189" v="27" actId="20577"/>
        <pc:sldMkLst>
          <pc:docMk/>
          <pc:sldMk cId="1279399492" sldId="361"/>
        </pc:sldMkLst>
        <pc:spChg chg="mod">
          <ac:chgData name="Sadaf Baloch" userId="S::sadaf.baloch@ucp.edu.pk::2cdfe0ab-03ea-46b2-8263-c67d3be957cb" providerId="AD" clId="Web-{8B9F3820-0609-D073-BEE7-FA8FBB0A1623}" dt="2019-10-23T09:15:10.189" v="27" actId="20577"/>
          <ac:spMkLst>
            <pc:docMk/>
            <pc:sldMk cId="1279399492" sldId="361"/>
            <ac:spMk id="3" creationId="{A93AB208-3456-496C-84D8-56F47CBEC2EC}"/>
          </ac:spMkLst>
        </pc:spChg>
      </pc:sldChg>
      <pc:sldChg chg="modSp">
        <pc:chgData name="Sadaf Baloch" userId="S::sadaf.baloch@ucp.edu.pk::2cdfe0ab-03ea-46b2-8263-c67d3be957cb" providerId="AD" clId="Web-{8B9F3820-0609-D073-BEE7-FA8FBB0A1623}" dt="2019-10-23T09:16:09.564" v="58" actId="20577"/>
        <pc:sldMkLst>
          <pc:docMk/>
          <pc:sldMk cId="3059622038" sldId="362"/>
        </pc:sldMkLst>
        <pc:spChg chg="mod">
          <ac:chgData name="Sadaf Baloch" userId="S::sadaf.baloch@ucp.edu.pk::2cdfe0ab-03ea-46b2-8263-c67d3be957cb" providerId="AD" clId="Web-{8B9F3820-0609-D073-BEE7-FA8FBB0A1623}" dt="2019-10-23T09:16:09.564" v="58" actId="20577"/>
          <ac:spMkLst>
            <pc:docMk/>
            <pc:sldMk cId="3059622038" sldId="362"/>
            <ac:spMk id="3" creationId="{1B4CCAA0-33CB-4D13-997A-2E99921274EA}"/>
          </ac:spMkLst>
        </pc:spChg>
      </pc:sldChg>
      <pc:sldChg chg="modSp">
        <pc:chgData name="Sadaf Baloch" userId="S::sadaf.baloch@ucp.edu.pk::2cdfe0ab-03ea-46b2-8263-c67d3be957cb" providerId="AD" clId="Web-{8B9F3820-0609-D073-BEE7-FA8FBB0A1623}" dt="2019-10-23T09:51:22.414" v="318" actId="20577"/>
        <pc:sldMkLst>
          <pc:docMk/>
          <pc:sldMk cId="1414656061" sldId="363"/>
        </pc:sldMkLst>
        <pc:spChg chg="mod">
          <ac:chgData name="Sadaf Baloch" userId="S::sadaf.baloch@ucp.edu.pk::2cdfe0ab-03ea-46b2-8263-c67d3be957cb" providerId="AD" clId="Web-{8B9F3820-0609-D073-BEE7-FA8FBB0A1623}" dt="2019-10-23T09:51:22.414" v="318" actId="20577"/>
          <ac:spMkLst>
            <pc:docMk/>
            <pc:sldMk cId="1414656061" sldId="363"/>
            <ac:spMk id="3" creationId="{191D2525-160C-49D2-AF56-444EFEACBD25}"/>
          </ac:spMkLst>
        </pc:spChg>
      </pc:sldChg>
      <pc:sldChg chg="modSp">
        <pc:chgData name="Sadaf Baloch" userId="S::sadaf.baloch@ucp.edu.pk::2cdfe0ab-03ea-46b2-8263-c67d3be957cb" providerId="AD" clId="Web-{8B9F3820-0609-D073-BEE7-FA8FBB0A1623}" dt="2019-10-23T07:48:54.730" v="8" actId="20577"/>
        <pc:sldMkLst>
          <pc:docMk/>
          <pc:sldMk cId="75204842" sldId="364"/>
        </pc:sldMkLst>
        <pc:spChg chg="mod">
          <ac:chgData name="Sadaf Baloch" userId="S::sadaf.baloch@ucp.edu.pk::2cdfe0ab-03ea-46b2-8263-c67d3be957cb" providerId="AD" clId="Web-{8B9F3820-0609-D073-BEE7-FA8FBB0A1623}" dt="2019-10-23T07:48:54.730" v="8" actId="20577"/>
          <ac:spMkLst>
            <pc:docMk/>
            <pc:sldMk cId="75204842" sldId="364"/>
            <ac:spMk id="2" creationId="{21397C3E-11DB-4646-8B6C-184EA631829C}"/>
          </ac:spMkLst>
        </pc:spChg>
      </pc:sldChg>
      <pc:sldChg chg="modSp ord">
        <pc:chgData name="Sadaf Baloch" userId="S::sadaf.baloch@ucp.edu.pk::2cdfe0ab-03ea-46b2-8263-c67d3be957cb" providerId="AD" clId="Web-{8B9F3820-0609-D073-BEE7-FA8FBB0A1623}" dt="2019-10-23T07:48:42.058" v="2" actId="20577"/>
        <pc:sldMkLst>
          <pc:docMk/>
          <pc:sldMk cId="3290073620" sldId="365"/>
        </pc:sldMkLst>
        <pc:spChg chg="mod">
          <ac:chgData name="Sadaf Baloch" userId="S::sadaf.baloch@ucp.edu.pk::2cdfe0ab-03ea-46b2-8263-c67d3be957cb" providerId="AD" clId="Web-{8B9F3820-0609-D073-BEE7-FA8FBB0A1623}" dt="2019-10-23T07:48:42.058" v="2" actId="20577"/>
          <ac:spMkLst>
            <pc:docMk/>
            <pc:sldMk cId="3290073620" sldId="365"/>
            <ac:spMk id="2" creationId="{CD5E8F04-86E0-41B5-BFF7-25F6053CBB9F}"/>
          </ac:spMkLst>
        </pc:spChg>
      </pc:sldChg>
      <pc:sldChg chg="modSp ord">
        <pc:chgData name="Sadaf Baloch" userId="S::sadaf.baloch@ucp.edu.pk::2cdfe0ab-03ea-46b2-8263-c67d3be957cb" providerId="AD" clId="Web-{8B9F3820-0609-D073-BEE7-FA8FBB0A1623}" dt="2019-10-23T07:48:49.871" v="5" actId="20577"/>
        <pc:sldMkLst>
          <pc:docMk/>
          <pc:sldMk cId="1323021317" sldId="366"/>
        </pc:sldMkLst>
        <pc:spChg chg="mod">
          <ac:chgData name="Sadaf Baloch" userId="S::sadaf.baloch@ucp.edu.pk::2cdfe0ab-03ea-46b2-8263-c67d3be957cb" providerId="AD" clId="Web-{8B9F3820-0609-D073-BEE7-FA8FBB0A1623}" dt="2019-10-23T07:48:49.871" v="5" actId="20577"/>
          <ac:spMkLst>
            <pc:docMk/>
            <pc:sldMk cId="1323021317" sldId="366"/>
            <ac:spMk id="2" creationId="{BD2456E7-A5B6-4005-B712-1E128FA251BF}"/>
          </ac:spMkLst>
        </pc:spChg>
      </pc:sldChg>
      <pc:sldChg chg="addSp delSp modSp del">
        <pc:chgData name="Sadaf Baloch" userId="S::sadaf.baloch@ucp.edu.pk::2cdfe0ab-03ea-46b2-8263-c67d3be957cb" providerId="AD" clId="Web-{8B9F3820-0609-D073-BEE7-FA8FBB0A1623}" dt="2019-10-23T09:26:13.003" v="121"/>
        <pc:sldMkLst>
          <pc:docMk/>
          <pc:sldMk cId="2775121510" sldId="368"/>
        </pc:sldMkLst>
        <pc:spChg chg="del">
          <ac:chgData name="Sadaf Baloch" userId="S::sadaf.baloch@ucp.edu.pk::2cdfe0ab-03ea-46b2-8263-c67d3be957cb" providerId="AD" clId="Web-{8B9F3820-0609-D073-BEE7-FA8FBB0A1623}" dt="2019-10-23T09:25:28.956" v="111"/>
          <ac:spMkLst>
            <pc:docMk/>
            <pc:sldMk cId="2775121510" sldId="368"/>
            <ac:spMk id="3" creationId="{DACFFDAA-BBE2-4022-B378-F3F779046583}"/>
          </ac:spMkLst>
        </pc:spChg>
        <pc:picChg chg="add mod ord">
          <ac:chgData name="Sadaf Baloch" userId="S::sadaf.baloch@ucp.edu.pk::2cdfe0ab-03ea-46b2-8263-c67d3be957cb" providerId="AD" clId="Web-{8B9F3820-0609-D073-BEE7-FA8FBB0A1623}" dt="2019-10-23T09:25:28.956" v="111"/>
          <ac:picMkLst>
            <pc:docMk/>
            <pc:sldMk cId="2775121510" sldId="368"/>
            <ac:picMk id="4" creationId="{95E28D3A-39EF-4F66-98E4-893911008FAC}"/>
          </ac:picMkLst>
        </pc:picChg>
      </pc:sldChg>
      <pc:sldChg chg="addSp delSp modSp add replId">
        <pc:chgData name="Sadaf Baloch" userId="S::sadaf.baloch@ucp.edu.pk::2cdfe0ab-03ea-46b2-8263-c67d3be957cb" providerId="AD" clId="Web-{8B9F3820-0609-D073-BEE7-FA8FBB0A1623}" dt="2019-10-23T09:26:00.644" v="120" actId="1076"/>
        <pc:sldMkLst>
          <pc:docMk/>
          <pc:sldMk cId="2065212139" sldId="369"/>
        </pc:sldMkLst>
        <pc:spChg chg="add del mod">
          <ac:chgData name="Sadaf Baloch" userId="S::sadaf.baloch@ucp.edu.pk::2cdfe0ab-03ea-46b2-8263-c67d3be957cb" providerId="AD" clId="Web-{8B9F3820-0609-D073-BEE7-FA8FBB0A1623}" dt="2019-10-23T09:25:43.238" v="114"/>
          <ac:spMkLst>
            <pc:docMk/>
            <pc:sldMk cId="2065212139" sldId="369"/>
            <ac:spMk id="5" creationId="{114AC7AB-E126-4118-BD78-9B59886C6DBD}"/>
          </ac:spMkLst>
        </pc:spChg>
        <pc:picChg chg="del">
          <ac:chgData name="Sadaf Baloch" userId="S::sadaf.baloch@ucp.edu.pk::2cdfe0ab-03ea-46b2-8263-c67d3be957cb" providerId="AD" clId="Web-{8B9F3820-0609-D073-BEE7-FA8FBB0A1623}" dt="2019-10-23T09:25:39.659" v="113"/>
          <ac:picMkLst>
            <pc:docMk/>
            <pc:sldMk cId="2065212139" sldId="369"/>
            <ac:picMk id="4" creationId="{2C039EA9-0E2E-4D43-B69E-316288D62782}"/>
          </ac:picMkLst>
        </pc:picChg>
        <pc:picChg chg="add mod ord">
          <ac:chgData name="Sadaf Baloch" userId="S::sadaf.baloch@ucp.edu.pk::2cdfe0ab-03ea-46b2-8263-c67d3be957cb" providerId="AD" clId="Web-{8B9F3820-0609-D073-BEE7-FA8FBB0A1623}" dt="2019-10-23T09:26:00.644" v="120" actId="1076"/>
          <ac:picMkLst>
            <pc:docMk/>
            <pc:sldMk cId="2065212139" sldId="369"/>
            <ac:picMk id="6" creationId="{9BB07847-238F-4186-8FD4-E7C442BB23D4}"/>
          </ac:picMkLst>
        </pc:picChg>
      </pc:sldChg>
      <pc:sldChg chg="addSp delSp modSp add replId">
        <pc:chgData name="Sadaf Baloch" userId="S::sadaf.baloch@ucp.edu.pk::2cdfe0ab-03ea-46b2-8263-c67d3be957cb" providerId="AD" clId="Web-{8B9F3820-0609-D073-BEE7-FA8FBB0A1623}" dt="2019-10-23T09:28:01.269" v="130" actId="1076"/>
        <pc:sldMkLst>
          <pc:docMk/>
          <pc:sldMk cId="96090680" sldId="370"/>
        </pc:sldMkLst>
        <pc:spChg chg="add del mod">
          <ac:chgData name="Sadaf Baloch" userId="S::sadaf.baloch@ucp.edu.pk::2cdfe0ab-03ea-46b2-8263-c67d3be957cb" providerId="AD" clId="Web-{8B9F3820-0609-D073-BEE7-FA8FBB0A1623}" dt="2019-10-23T09:27:33.316" v="124"/>
          <ac:spMkLst>
            <pc:docMk/>
            <pc:sldMk cId="96090680" sldId="370"/>
            <ac:spMk id="4" creationId="{D6E0634F-E41F-4232-A44D-5D13F8B20A3C}"/>
          </ac:spMkLst>
        </pc:spChg>
        <pc:picChg chg="add mod ord">
          <ac:chgData name="Sadaf Baloch" userId="S::sadaf.baloch@ucp.edu.pk::2cdfe0ab-03ea-46b2-8263-c67d3be957cb" providerId="AD" clId="Web-{8B9F3820-0609-D073-BEE7-FA8FBB0A1623}" dt="2019-10-23T09:28:01.269" v="130" actId="1076"/>
          <ac:picMkLst>
            <pc:docMk/>
            <pc:sldMk cId="96090680" sldId="370"/>
            <ac:picMk id="5" creationId="{34AE39EC-D9F4-4670-ADCA-2D0815CD66FC}"/>
          </ac:picMkLst>
        </pc:picChg>
        <pc:picChg chg="del">
          <ac:chgData name="Sadaf Baloch" userId="S::sadaf.baloch@ucp.edu.pk::2cdfe0ab-03ea-46b2-8263-c67d3be957cb" providerId="AD" clId="Web-{8B9F3820-0609-D073-BEE7-FA8FBB0A1623}" dt="2019-10-23T09:27:29.988" v="123"/>
          <ac:picMkLst>
            <pc:docMk/>
            <pc:sldMk cId="96090680" sldId="370"/>
            <ac:picMk id="6" creationId="{9BB07847-238F-4186-8FD4-E7C442BB23D4}"/>
          </ac:picMkLst>
        </pc:picChg>
      </pc:sldChg>
      <pc:sldChg chg="addSp delSp modSp add replId">
        <pc:chgData name="Sadaf Baloch" userId="S::sadaf.baloch@ucp.edu.pk::2cdfe0ab-03ea-46b2-8263-c67d3be957cb" providerId="AD" clId="Web-{8B9F3820-0609-D073-BEE7-FA8FBB0A1623}" dt="2019-10-23T09:35:19.583" v="141" actId="14100"/>
        <pc:sldMkLst>
          <pc:docMk/>
          <pc:sldMk cId="1647869095" sldId="371"/>
        </pc:sldMkLst>
        <pc:spChg chg="add del mod">
          <ac:chgData name="Sadaf Baloch" userId="S::sadaf.baloch@ucp.edu.pk::2cdfe0ab-03ea-46b2-8263-c67d3be957cb" providerId="AD" clId="Web-{8B9F3820-0609-D073-BEE7-FA8FBB0A1623}" dt="2019-10-23T09:34:36.552" v="133"/>
          <ac:spMkLst>
            <pc:docMk/>
            <pc:sldMk cId="1647869095" sldId="371"/>
            <ac:spMk id="4" creationId="{C09E012A-83D4-4340-830A-3E7EB90D9734}"/>
          </ac:spMkLst>
        </pc:spChg>
        <pc:picChg chg="del">
          <ac:chgData name="Sadaf Baloch" userId="S::sadaf.baloch@ucp.edu.pk::2cdfe0ab-03ea-46b2-8263-c67d3be957cb" providerId="AD" clId="Web-{8B9F3820-0609-D073-BEE7-FA8FBB0A1623}" dt="2019-10-23T09:34:32.395" v="132"/>
          <ac:picMkLst>
            <pc:docMk/>
            <pc:sldMk cId="1647869095" sldId="371"/>
            <ac:picMk id="5" creationId="{34AE39EC-D9F4-4670-ADCA-2D0815CD66FC}"/>
          </ac:picMkLst>
        </pc:picChg>
        <pc:picChg chg="add mod ord modCrop">
          <ac:chgData name="Sadaf Baloch" userId="S::sadaf.baloch@ucp.edu.pk::2cdfe0ab-03ea-46b2-8263-c67d3be957cb" providerId="AD" clId="Web-{8B9F3820-0609-D073-BEE7-FA8FBB0A1623}" dt="2019-10-23T09:35:19.583" v="141" actId="14100"/>
          <ac:picMkLst>
            <pc:docMk/>
            <pc:sldMk cId="1647869095" sldId="371"/>
            <ac:picMk id="6" creationId="{845F5246-F345-45CC-BC7E-4B811F4F5975}"/>
          </ac:picMkLst>
        </pc:picChg>
      </pc:sldChg>
      <pc:sldChg chg="addSp modSp new mod modClrScheme chgLayout">
        <pc:chgData name="Sadaf Baloch" userId="S::sadaf.baloch@ucp.edu.pk::2cdfe0ab-03ea-46b2-8263-c67d3be957cb" providerId="AD" clId="Web-{8B9F3820-0609-D073-BEE7-FA8FBB0A1623}" dt="2019-10-23T09:44:15.272" v="182" actId="1076"/>
        <pc:sldMkLst>
          <pc:docMk/>
          <pc:sldMk cId="2811714225" sldId="372"/>
        </pc:sldMkLst>
        <pc:spChg chg="mod ord">
          <ac:chgData name="Sadaf Baloch" userId="S::sadaf.baloch@ucp.edu.pk::2cdfe0ab-03ea-46b2-8263-c67d3be957cb" providerId="AD" clId="Web-{8B9F3820-0609-D073-BEE7-FA8FBB0A1623}" dt="2019-10-23T09:43:44.100" v="177"/>
          <ac:spMkLst>
            <pc:docMk/>
            <pc:sldMk cId="2811714225" sldId="372"/>
            <ac:spMk id="2" creationId="{84DCAF50-2FBD-454D-B9E3-B4659440F8CF}"/>
          </ac:spMkLst>
        </pc:spChg>
        <pc:spChg chg="mod ord">
          <ac:chgData name="Sadaf Baloch" userId="S::sadaf.baloch@ucp.edu.pk::2cdfe0ab-03ea-46b2-8263-c67d3be957cb" providerId="AD" clId="Web-{8B9F3820-0609-D073-BEE7-FA8FBB0A1623}" dt="2019-10-23T09:43:44.100" v="177"/>
          <ac:spMkLst>
            <pc:docMk/>
            <pc:sldMk cId="2811714225" sldId="372"/>
            <ac:spMk id="3" creationId="{FE88EE53-087A-44CE-8F57-EE2D86695AC9}"/>
          </ac:spMkLst>
        </pc:spChg>
        <pc:spChg chg="add mod ord">
          <ac:chgData name="Sadaf Baloch" userId="S::sadaf.baloch@ucp.edu.pk::2cdfe0ab-03ea-46b2-8263-c67d3be957cb" providerId="AD" clId="Web-{8B9F3820-0609-D073-BEE7-FA8FBB0A1623}" dt="2019-10-23T09:43:44.100" v="177"/>
          <ac:spMkLst>
            <pc:docMk/>
            <pc:sldMk cId="2811714225" sldId="372"/>
            <ac:spMk id="6" creationId="{12D9E69D-61D4-40D6-9AE8-997E8DCDA00B}"/>
          </ac:spMkLst>
        </pc:spChg>
        <pc:picChg chg="add mod modCrop">
          <ac:chgData name="Sadaf Baloch" userId="S::sadaf.baloch@ucp.edu.pk::2cdfe0ab-03ea-46b2-8263-c67d3be957cb" providerId="AD" clId="Web-{8B9F3820-0609-D073-BEE7-FA8FBB0A1623}" dt="2019-10-23T09:44:15.272" v="182" actId="1076"/>
          <ac:picMkLst>
            <pc:docMk/>
            <pc:sldMk cId="2811714225" sldId="372"/>
            <ac:picMk id="4" creationId="{48A3421B-D06B-41CE-91DB-6C04F245FDBD}"/>
          </ac:picMkLst>
        </pc:picChg>
      </pc:sldChg>
      <pc:sldChg chg="addSp delSp modSp add replId">
        <pc:chgData name="Sadaf Baloch" userId="S::sadaf.baloch@ucp.edu.pk::2cdfe0ab-03ea-46b2-8263-c67d3be957cb" providerId="AD" clId="Web-{8B9F3820-0609-D073-BEE7-FA8FBB0A1623}" dt="2019-10-23T09:46:00.304" v="222" actId="20577"/>
        <pc:sldMkLst>
          <pc:docMk/>
          <pc:sldMk cId="16636235" sldId="373"/>
        </pc:sldMkLst>
        <pc:spChg chg="mod">
          <ac:chgData name="Sadaf Baloch" userId="S::sadaf.baloch@ucp.edu.pk::2cdfe0ab-03ea-46b2-8263-c67d3be957cb" providerId="AD" clId="Web-{8B9F3820-0609-D073-BEE7-FA8FBB0A1623}" dt="2019-10-23T09:46:00.304" v="222" actId="20577"/>
          <ac:spMkLst>
            <pc:docMk/>
            <pc:sldMk cId="16636235" sldId="373"/>
            <ac:spMk id="3" creationId="{FE88EE53-087A-44CE-8F57-EE2D86695AC9}"/>
          </ac:spMkLst>
        </pc:spChg>
        <pc:spChg chg="del">
          <ac:chgData name="Sadaf Baloch" userId="S::sadaf.baloch@ucp.edu.pk::2cdfe0ab-03ea-46b2-8263-c67d3be957cb" providerId="AD" clId="Web-{8B9F3820-0609-D073-BEE7-FA8FBB0A1623}" dt="2019-10-23T09:45:31.648" v="184"/>
          <ac:spMkLst>
            <pc:docMk/>
            <pc:sldMk cId="16636235" sldId="373"/>
            <ac:spMk id="6" creationId="{12D9E69D-61D4-40D6-9AE8-997E8DCDA00B}"/>
          </ac:spMkLst>
        </pc:spChg>
        <pc:picChg chg="del">
          <ac:chgData name="Sadaf Baloch" userId="S::sadaf.baloch@ucp.edu.pk::2cdfe0ab-03ea-46b2-8263-c67d3be957cb" providerId="AD" clId="Web-{8B9F3820-0609-D073-BEE7-FA8FBB0A1623}" dt="2019-10-23T09:45:34.819" v="185"/>
          <ac:picMkLst>
            <pc:docMk/>
            <pc:sldMk cId="16636235" sldId="373"/>
            <ac:picMk id="4" creationId="{48A3421B-D06B-41CE-91DB-6C04F245FDBD}"/>
          </ac:picMkLst>
        </pc:picChg>
        <pc:picChg chg="add mod ord">
          <ac:chgData name="Sadaf Baloch" userId="S::sadaf.baloch@ucp.edu.pk::2cdfe0ab-03ea-46b2-8263-c67d3be957cb" providerId="AD" clId="Web-{8B9F3820-0609-D073-BEE7-FA8FBB0A1623}" dt="2019-10-23T09:45:49.101" v="189" actId="14100"/>
          <ac:picMkLst>
            <pc:docMk/>
            <pc:sldMk cId="16636235" sldId="373"/>
            <ac:picMk id="5" creationId="{8400C155-2C54-424E-A97B-2A9FCC78B42D}"/>
          </ac:picMkLst>
        </pc:picChg>
      </pc:sldChg>
      <pc:sldChg chg="addSp delSp modSp add replId">
        <pc:chgData name="Sadaf Baloch" userId="S::sadaf.baloch@ucp.edu.pk::2cdfe0ab-03ea-46b2-8263-c67d3be957cb" providerId="AD" clId="Web-{8B9F3820-0609-D073-BEE7-FA8FBB0A1623}" dt="2019-10-23T09:48:40.914" v="307"/>
        <pc:sldMkLst>
          <pc:docMk/>
          <pc:sldMk cId="2205890853" sldId="374"/>
        </pc:sldMkLst>
        <pc:spChg chg="mod">
          <ac:chgData name="Sadaf Baloch" userId="S::sadaf.baloch@ucp.edu.pk::2cdfe0ab-03ea-46b2-8263-c67d3be957cb" providerId="AD" clId="Web-{8B9F3820-0609-D073-BEE7-FA8FBB0A1623}" dt="2019-10-23T09:48:38.398" v="305" actId="20577"/>
          <ac:spMkLst>
            <pc:docMk/>
            <pc:sldMk cId="2205890853" sldId="374"/>
            <ac:spMk id="3" creationId="{FE88EE53-087A-44CE-8F57-EE2D86695AC9}"/>
          </ac:spMkLst>
        </pc:spChg>
        <pc:spChg chg="add del mod">
          <ac:chgData name="Sadaf Baloch" userId="S::sadaf.baloch@ucp.edu.pk::2cdfe0ab-03ea-46b2-8263-c67d3be957cb" providerId="AD" clId="Web-{8B9F3820-0609-D073-BEE7-FA8FBB0A1623}" dt="2019-10-23T09:48:40.914" v="307"/>
          <ac:spMkLst>
            <pc:docMk/>
            <pc:sldMk cId="2205890853" sldId="374"/>
            <ac:spMk id="6" creationId="{D1CA957D-F19A-405A-BEDB-B70C29A0CECC}"/>
          </ac:spMkLst>
        </pc:spChg>
        <pc:picChg chg="del">
          <ac:chgData name="Sadaf Baloch" userId="S::sadaf.baloch@ucp.edu.pk::2cdfe0ab-03ea-46b2-8263-c67d3be957cb" providerId="AD" clId="Web-{8B9F3820-0609-D073-BEE7-FA8FBB0A1623}" dt="2019-10-23T09:47:43.976" v="289"/>
          <ac:picMkLst>
            <pc:docMk/>
            <pc:sldMk cId="2205890853" sldId="374"/>
            <ac:picMk id="5" creationId="{8400C155-2C54-424E-A97B-2A9FCC78B42D}"/>
          </ac:picMkLst>
        </pc:picChg>
        <pc:picChg chg="add mod ord">
          <ac:chgData name="Sadaf Baloch" userId="S::sadaf.baloch@ucp.edu.pk::2cdfe0ab-03ea-46b2-8263-c67d3be957cb" providerId="AD" clId="Web-{8B9F3820-0609-D073-BEE7-FA8FBB0A1623}" dt="2019-10-23T09:48:40.914" v="307"/>
          <ac:picMkLst>
            <pc:docMk/>
            <pc:sldMk cId="2205890853" sldId="374"/>
            <ac:picMk id="7" creationId="{6D740528-3440-446E-866D-BC864622182C}"/>
          </ac:picMkLst>
        </pc:picChg>
      </pc:sldChg>
      <pc:sldChg chg="add del replId">
        <pc:chgData name="Sadaf Baloch" userId="S::sadaf.baloch@ucp.edu.pk::2cdfe0ab-03ea-46b2-8263-c67d3be957cb" providerId="AD" clId="Web-{8B9F3820-0609-D073-BEE7-FA8FBB0A1623}" dt="2019-10-23T09:50:14.711" v="310"/>
        <pc:sldMkLst>
          <pc:docMk/>
          <pc:sldMk cId="3030829378" sldId="375"/>
        </pc:sldMkLst>
      </pc:sldChg>
      <pc:sldChg chg="addSp delSp modSp add ord replId">
        <pc:chgData name="Sadaf Baloch" userId="S::sadaf.baloch@ucp.edu.pk::2cdfe0ab-03ea-46b2-8263-c67d3be957cb" providerId="AD" clId="Web-{8B9F3820-0609-D073-BEE7-FA8FBB0A1623}" dt="2019-10-23T09:50:47.086" v="315"/>
        <pc:sldMkLst>
          <pc:docMk/>
          <pc:sldMk cId="3662673896" sldId="376"/>
        </pc:sldMkLst>
        <pc:spChg chg="add del mod">
          <ac:chgData name="Sadaf Baloch" userId="S::sadaf.baloch@ucp.edu.pk::2cdfe0ab-03ea-46b2-8263-c67d3be957cb" providerId="AD" clId="Web-{8B9F3820-0609-D073-BEE7-FA8FBB0A1623}" dt="2019-10-23T09:50:31.852" v="312"/>
          <ac:spMkLst>
            <pc:docMk/>
            <pc:sldMk cId="3662673896" sldId="376"/>
            <ac:spMk id="4" creationId="{93D7C418-F3AE-4801-B396-44C2DD0DC5ED}"/>
          </ac:spMkLst>
        </pc:spChg>
        <pc:picChg chg="add mod ord">
          <ac:chgData name="Sadaf Baloch" userId="S::sadaf.baloch@ucp.edu.pk::2cdfe0ab-03ea-46b2-8263-c67d3be957cb" providerId="AD" clId="Web-{8B9F3820-0609-D073-BEE7-FA8FBB0A1623}" dt="2019-10-23T09:50:38.258" v="314" actId="14100"/>
          <ac:picMkLst>
            <pc:docMk/>
            <pc:sldMk cId="3662673896" sldId="376"/>
            <ac:picMk id="5" creationId="{0AF8859E-A27D-4D5F-871F-F50A3B508779}"/>
          </ac:picMkLst>
        </pc:picChg>
        <pc:picChg chg="del">
          <ac:chgData name="Sadaf Baloch" userId="S::sadaf.baloch@ucp.edu.pk::2cdfe0ab-03ea-46b2-8263-c67d3be957cb" providerId="AD" clId="Web-{8B9F3820-0609-D073-BEE7-FA8FBB0A1623}" dt="2019-10-23T09:50:27.883" v="311"/>
          <ac:picMkLst>
            <pc:docMk/>
            <pc:sldMk cId="3662673896" sldId="376"/>
            <ac:picMk id="6" creationId="{845F5246-F345-45CC-BC7E-4B811F4F5975}"/>
          </ac:picMkLst>
        </pc:picChg>
      </pc:sldChg>
    </pc:docChg>
  </pc:docChgLst>
  <pc:docChgLst>
    <pc:chgData name="Nadeem Ahmad" userId="S::nadeem.ahmad@ucp.edu.pk::1b7f7b67-2f03-4ccf-b251-32462a4fb3f6" providerId="AD" clId="Web-{A0A3A486-B655-428F-20EE-55966D3C2E80}"/>
    <pc:docChg chg="modSld">
      <pc:chgData name="Nadeem Ahmad" userId="S::nadeem.ahmad@ucp.edu.pk::1b7f7b67-2f03-4ccf-b251-32462a4fb3f6" providerId="AD" clId="Web-{A0A3A486-B655-428F-20EE-55966D3C2E80}" dt="2023-03-31T08:18:55.841" v="1" actId="20577"/>
      <pc:docMkLst>
        <pc:docMk/>
      </pc:docMkLst>
      <pc:sldChg chg="modSp">
        <pc:chgData name="Nadeem Ahmad" userId="S::nadeem.ahmad@ucp.edu.pk::1b7f7b67-2f03-4ccf-b251-32462a4fb3f6" providerId="AD" clId="Web-{A0A3A486-B655-428F-20EE-55966D3C2E80}" dt="2023-03-31T08:18:55.841" v="1" actId="20577"/>
        <pc:sldMkLst>
          <pc:docMk/>
          <pc:sldMk cId="715327142" sldId="354"/>
        </pc:sldMkLst>
        <pc:spChg chg="mod">
          <ac:chgData name="Nadeem Ahmad" userId="S::nadeem.ahmad@ucp.edu.pk::1b7f7b67-2f03-4ccf-b251-32462a4fb3f6" providerId="AD" clId="Web-{A0A3A486-B655-428F-20EE-55966D3C2E80}" dt="2023-03-31T08:18:55.841" v="1" actId="20577"/>
          <ac:spMkLst>
            <pc:docMk/>
            <pc:sldMk cId="715327142" sldId="354"/>
            <ac:spMk id="2" creationId="{238EC91F-69DE-4489-8F97-269153CB475F}"/>
          </ac:spMkLst>
        </pc:spChg>
      </pc:sldChg>
    </pc:docChg>
  </pc:docChgLst>
  <pc:docChgLst>
    <pc:chgData name="Sadaf Baloch" userId="S::sadaf.baloch@ucp.edu.pk::2cdfe0ab-03ea-46b2-8263-c67d3be957cb" providerId="AD" clId="Web-{A5B098E5-B82E-AE81-3957-85E24C246330}"/>
    <pc:docChg chg="addSld delSld modSld">
      <pc:chgData name="Sadaf Baloch" userId="S::sadaf.baloch@ucp.edu.pk::2cdfe0ab-03ea-46b2-8263-c67d3be957cb" providerId="AD" clId="Web-{A5B098E5-B82E-AE81-3957-85E24C246330}" dt="2019-10-18T08:38:54.277" v="878" actId="20577"/>
      <pc:docMkLst>
        <pc:docMk/>
      </pc:docMkLst>
      <pc:sldChg chg="modSp">
        <pc:chgData name="Sadaf Baloch" userId="S::sadaf.baloch@ucp.edu.pk::2cdfe0ab-03ea-46b2-8263-c67d3be957cb" providerId="AD" clId="Web-{A5B098E5-B82E-AE81-3957-85E24C246330}" dt="2019-10-18T08:00:04.743" v="452" actId="20577"/>
        <pc:sldMkLst>
          <pc:docMk/>
          <pc:sldMk cId="72287565" sldId="273"/>
        </pc:sldMkLst>
        <pc:spChg chg="mod">
          <ac:chgData name="Sadaf Baloch" userId="S::sadaf.baloch@ucp.edu.pk::2cdfe0ab-03ea-46b2-8263-c67d3be957cb" providerId="AD" clId="Web-{A5B098E5-B82E-AE81-3957-85E24C246330}" dt="2019-10-18T08:00:04.743" v="452" actId="20577"/>
          <ac:spMkLst>
            <pc:docMk/>
            <pc:sldMk cId="72287565" sldId="273"/>
            <ac:spMk id="3" creationId="{00000000-0000-0000-0000-000000000000}"/>
          </ac:spMkLst>
        </pc:spChg>
      </pc:sldChg>
      <pc:sldChg chg="modNotes">
        <pc:chgData name="Sadaf Baloch" userId="S::sadaf.baloch@ucp.edu.pk::2cdfe0ab-03ea-46b2-8263-c67d3be957cb" providerId="AD" clId="Web-{A5B098E5-B82E-AE81-3957-85E24C246330}" dt="2019-10-18T06:05:06.769" v="119"/>
        <pc:sldMkLst>
          <pc:docMk/>
          <pc:sldMk cId="1391127423" sldId="277"/>
        </pc:sldMkLst>
      </pc:sldChg>
      <pc:sldChg chg="modSp addCm">
        <pc:chgData name="Sadaf Baloch" userId="S::sadaf.baloch@ucp.edu.pk::2cdfe0ab-03ea-46b2-8263-c67d3be957cb" providerId="AD" clId="Web-{A5B098E5-B82E-AE81-3957-85E24C246330}" dt="2019-10-18T06:09:27.670" v="146"/>
        <pc:sldMkLst>
          <pc:docMk/>
          <pc:sldMk cId="1182884797" sldId="281"/>
        </pc:sldMkLst>
        <pc:spChg chg="mod">
          <ac:chgData name="Sadaf Baloch" userId="S::sadaf.baloch@ucp.edu.pk::2cdfe0ab-03ea-46b2-8263-c67d3be957cb" providerId="AD" clId="Web-{A5B098E5-B82E-AE81-3957-85E24C246330}" dt="2019-10-18T06:09:02.564" v="144" actId="20577"/>
          <ac:spMkLst>
            <pc:docMk/>
            <pc:sldMk cId="1182884797" sldId="281"/>
            <ac:spMk id="3" creationId="{00000000-0000-0000-0000-000000000000}"/>
          </ac:spMkLst>
        </pc:spChg>
        <pc:picChg chg="mod">
          <ac:chgData name="Sadaf Baloch" userId="S::sadaf.baloch@ucp.edu.pk::2cdfe0ab-03ea-46b2-8263-c67d3be957cb" providerId="AD" clId="Web-{A5B098E5-B82E-AE81-3957-85E24C246330}" dt="2019-10-18T06:08:51.368" v="138" actId="1076"/>
          <ac:picMkLst>
            <pc:docMk/>
            <pc:sldMk cId="1182884797" sldId="281"/>
            <ac:picMk id="5122" creationId="{00000000-0000-0000-0000-000000000000}"/>
          </ac:picMkLst>
        </pc:picChg>
      </pc:sldChg>
      <pc:sldChg chg="mod modShow addCm">
        <pc:chgData name="Sadaf Baloch" userId="S::sadaf.baloch@ucp.edu.pk::2cdfe0ab-03ea-46b2-8263-c67d3be957cb" providerId="AD" clId="Web-{A5B098E5-B82E-AE81-3957-85E24C246330}" dt="2019-10-18T06:05:57.628" v="121"/>
        <pc:sldMkLst>
          <pc:docMk/>
          <pc:sldMk cId="3473537629" sldId="282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26.143" v="123"/>
        <pc:sldMkLst>
          <pc:docMk/>
          <pc:sldMk cId="2495111006" sldId="283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48.018" v="124"/>
        <pc:sldMkLst>
          <pc:docMk/>
          <pc:sldMk cId="121709368" sldId="284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1.080" v="125"/>
        <pc:sldMkLst>
          <pc:docMk/>
          <pc:sldMk cId="2874631306" sldId="285"/>
        </pc:sldMkLst>
      </pc:sldChg>
      <pc:sldChg chg="mod modShow">
        <pc:chgData name="Sadaf Baloch" userId="S::sadaf.baloch@ucp.edu.pk::2cdfe0ab-03ea-46b2-8263-c67d3be957cb" providerId="AD" clId="Web-{A5B098E5-B82E-AE81-3957-85E24C246330}" dt="2019-10-18T06:06:53.080" v="126"/>
        <pc:sldMkLst>
          <pc:docMk/>
          <pc:sldMk cId="2314104444" sldId="286"/>
        </pc:sldMkLst>
      </pc:sldChg>
      <pc:sldChg chg="modSp">
        <pc:chgData name="Sadaf Baloch" userId="S::sadaf.baloch@ucp.edu.pk::2cdfe0ab-03ea-46b2-8263-c67d3be957cb" providerId="AD" clId="Web-{A5B098E5-B82E-AE81-3957-85E24C246330}" dt="2019-10-18T08:16:02.547" v="588" actId="20577"/>
        <pc:sldMkLst>
          <pc:docMk/>
          <pc:sldMk cId="33834468" sldId="287"/>
        </pc:sldMkLst>
        <pc:spChg chg="mod">
          <ac:chgData name="Sadaf Baloch" userId="S::sadaf.baloch@ucp.edu.pk::2cdfe0ab-03ea-46b2-8263-c67d3be957cb" providerId="AD" clId="Web-{A5B098E5-B82E-AE81-3957-85E24C246330}" dt="2019-10-18T08:16:02.547" v="588" actId="20577"/>
          <ac:spMkLst>
            <pc:docMk/>
            <pc:sldMk cId="33834468" sldId="287"/>
            <ac:spMk id="2" creationId="{00000000-0000-0000-0000-000000000000}"/>
          </ac:spMkLst>
        </pc:spChg>
      </pc:sldChg>
      <pc:sldChg chg="modSp modNotes">
        <pc:chgData name="Sadaf Baloch" userId="S::sadaf.baloch@ucp.edu.pk::2cdfe0ab-03ea-46b2-8263-c67d3be957cb" providerId="AD" clId="Web-{A5B098E5-B82E-AE81-3957-85E24C246330}" dt="2019-10-18T08:01:12.197" v="473" actId="20577"/>
        <pc:sldMkLst>
          <pc:docMk/>
          <pc:sldMk cId="102246939" sldId="320"/>
        </pc:sldMkLst>
        <pc:spChg chg="mod">
          <ac:chgData name="Sadaf Baloch" userId="S::sadaf.baloch@ucp.edu.pk::2cdfe0ab-03ea-46b2-8263-c67d3be957cb" providerId="AD" clId="Web-{A5B098E5-B82E-AE81-3957-85E24C246330}" dt="2019-10-18T08:01:12.197" v="473" actId="20577"/>
          <ac:spMkLst>
            <pc:docMk/>
            <pc:sldMk cId="102246939" sldId="320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03:30.245" v="501" actId="20577"/>
        <pc:sldMkLst>
          <pc:docMk/>
          <pc:sldMk cId="2014780746" sldId="330"/>
        </pc:sldMkLst>
        <pc:spChg chg="mod">
          <ac:chgData name="Sadaf Baloch" userId="S::sadaf.baloch@ucp.edu.pk::2cdfe0ab-03ea-46b2-8263-c67d3be957cb" providerId="AD" clId="Web-{A5B098E5-B82E-AE81-3957-85E24C246330}" dt="2019-10-18T08:03:30.245" v="501" actId="20577"/>
          <ac:spMkLst>
            <pc:docMk/>
            <pc:sldMk cId="2014780746" sldId="330"/>
            <ac:spMk id="3" creationId="{00000000-0000-0000-0000-000000000000}"/>
          </ac:spMkLst>
        </pc:spChg>
      </pc:sldChg>
      <pc:sldChg chg="modSp add del">
        <pc:chgData name="Sadaf Baloch" userId="S::sadaf.baloch@ucp.edu.pk::2cdfe0ab-03ea-46b2-8263-c67d3be957cb" providerId="AD" clId="Web-{A5B098E5-B82E-AE81-3957-85E24C246330}" dt="2019-10-18T08:05:08.058" v="565"/>
        <pc:sldMkLst>
          <pc:docMk/>
          <pc:sldMk cId="1742550510" sldId="331"/>
        </pc:sldMkLst>
        <pc:spChg chg="mod">
          <ac:chgData name="Sadaf Baloch" userId="S::sadaf.baloch@ucp.edu.pk::2cdfe0ab-03ea-46b2-8263-c67d3be957cb" providerId="AD" clId="Web-{A5B098E5-B82E-AE81-3957-85E24C246330}" dt="2019-10-18T08:04:34.370" v="560" actId="20577"/>
          <ac:spMkLst>
            <pc:docMk/>
            <pc:sldMk cId="1742550510" sldId="331"/>
            <ac:spMk id="3" creationId="{00000000-0000-0000-0000-000000000000}"/>
          </ac:spMkLst>
        </pc:spChg>
      </pc:sldChg>
      <pc:sldChg chg="modSp">
        <pc:chgData name="Sadaf Baloch" userId="S::sadaf.baloch@ucp.edu.pk::2cdfe0ab-03ea-46b2-8263-c67d3be957cb" providerId="AD" clId="Web-{A5B098E5-B82E-AE81-3957-85E24C246330}" dt="2019-10-18T08:38:51.152" v="876" actId="20577"/>
        <pc:sldMkLst>
          <pc:docMk/>
          <pc:sldMk cId="2153598616" sldId="333"/>
        </pc:sldMkLst>
        <pc:spChg chg="mod">
          <ac:chgData name="Sadaf Baloch" userId="S::sadaf.baloch@ucp.edu.pk::2cdfe0ab-03ea-46b2-8263-c67d3be957cb" providerId="AD" clId="Web-{A5B098E5-B82E-AE81-3957-85E24C246330}" dt="2019-10-18T08:38:51.152" v="876" actId="20577"/>
          <ac:spMkLst>
            <pc:docMk/>
            <pc:sldMk cId="2153598616" sldId="333"/>
            <ac:spMk id="2" creationId="{00000000-0000-0000-0000-000000000000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04:46.222" v="116" actId="20577"/>
        <pc:sldMkLst>
          <pc:docMk/>
          <pc:sldMk cId="1309216545" sldId="339"/>
        </pc:sldMkLst>
        <pc:spChg chg="mod">
          <ac:chgData name="Sadaf Baloch" userId="S::sadaf.baloch@ucp.edu.pk::2cdfe0ab-03ea-46b2-8263-c67d3be957cb" providerId="AD" clId="Web-{A5B098E5-B82E-AE81-3957-85E24C246330}" dt="2019-10-18T06:04:24.097" v="21" actId="20577"/>
          <ac:spMkLst>
            <pc:docMk/>
            <pc:sldMk cId="1309216545" sldId="339"/>
            <ac:spMk id="2" creationId="{CD8F5DF0-7A2B-48C9-83AE-2F7FFCE87E1B}"/>
          </ac:spMkLst>
        </pc:spChg>
        <pc:spChg chg="mod">
          <ac:chgData name="Sadaf Baloch" userId="S::sadaf.baloch@ucp.edu.pk::2cdfe0ab-03ea-46b2-8263-c67d3be957cb" providerId="AD" clId="Web-{A5B098E5-B82E-AE81-3957-85E24C246330}" dt="2019-10-18T06:04:46.222" v="116" actId="20577"/>
          <ac:spMkLst>
            <pc:docMk/>
            <pc:sldMk cId="1309216545" sldId="339"/>
            <ac:spMk id="3" creationId="{40460628-F240-4B2D-8A7D-1EC48487FF43}"/>
          </ac:spMkLst>
        </pc:spChg>
      </pc:sldChg>
      <pc:sldChg chg="modSp new">
        <pc:chgData name="Sadaf Baloch" userId="S::sadaf.baloch@ucp.edu.pk::2cdfe0ab-03ea-46b2-8263-c67d3be957cb" providerId="AD" clId="Web-{A5B098E5-B82E-AE81-3957-85E24C246330}" dt="2019-10-18T06:15:32.075" v="337" actId="20577"/>
        <pc:sldMkLst>
          <pc:docMk/>
          <pc:sldMk cId="691805078" sldId="340"/>
        </pc:sldMkLst>
        <pc:spChg chg="mod">
          <ac:chgData name="Sadaf Baloch" userId="S::sadaf.baloch@ucp.edu.pk::2cdfe0ab-03ea-46b2-8263-c67d3be957cb" providerId="AD" clId="Web-{A5B098E5-B82E-AE81-3957-85E24C246330}" dt="2019-10-18T06:14:52.418" v="305" actId="20577"/>
          <ac:spMkLst>
            <pc:docMk/>
            <pc:sldMk cId="691805078" sldId="340"/>
            <ac:spMk id="2" creationId="{562FFE70-06EE-4B51-8DC5-B56101956262}"/>
          </ac:spMkLst>
        </pc:spChg>
        <pc:spChg chg="mod">
          <ac:chgData name="Sadaf Baloch" userId="S::sadaf.baloch@ucp.edu.pk::2cdfe0ab-03ea-46b2-8263-c67d3be957cb" providerId="AD" clId="Web-{A5B098E5-B82E-AE81-3957-85E24C246330}" dt="2019-10-18T06:15:32.075" v="337" actId="20577"/>
          <ac:spMkLst>
            <pc:docMk/>
            <pc:sldMk cId="691805078" sldId="340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6:07.429" v="405" actId="20577"/>
        <pc:sldMkLst>
          <pc:docMk/>
          <pc:sldMk cId="1626755077" sldId="341"/>
        </pc:sldMkLst>
        <pc:spChg chg="mod">
          <ac:chgData name="Sadaf Baloch" userId="S::sadaf.baloch@ucp.edu.pk::2cdfe0ab-03ea-46b2-8263-c67d3be957cb" providerId="AD" clId="Web-{A5B098E5-B82E-AE81-3957-85E24C246330}" dt="2019-10-18T07:56:07.429" v="405" actId="20577"/>
          <ac:spMkLst>
            <pc:docMk/>
            <pc:sldMk cId="1626755077" sldId="341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7:59:05.946" v="413" actId="20577"/>
        <pc:sldMkLst>
          <pc:docMk/>
          <pc:sldMk cId="158570997" sldId="342"/>
        </pc:sldMkLst>
        <pc:spChg chg="mod">
          <ac:chgData name="Sadaf Baloch" userId="S::sadaf.baloch@ucp.edu.pk::2cdfe0ab-03ea-46b2-8263-c67d3be957cb" providerId="AD" clId="Web-{A5B098E5-B82E-AE81-3957-85E24C246330}" dt="2019-10-18T07:59:05.946" v="413" actId="20577"/>
          <ac:spMkLst>
            <pc:docMk/>
            <pc:sldMk cId="158570997" sldId="342"/>
            <ac:spMk id="3" creationId="{0E113E7D-B892-492B-AAF2-17D1EFEC3CE9}"/>
          </ac:spMkLst>
        </pc:spChg>
      </pc:sldChg>
      <pc:sldChg chg="modSp add replId">
        <pc:chgData name="Sadaf Baloch" userId="S::sadaf.baloch@ucp.edu.pk::2cdfe0ab-03ea-46b2-8263-c67d3be957cb" providerId="AD" clId="Web-{A5B098E5-B82E-AE81-3957-85E24C246330}" dt="2019-10-18T08:04:17.495" v="555" actId="20577"/>
        <pc:sldMkLst>
          <pc:docMk/>
          <pc:sldMk cId="2255657947" sldId="343"/>
        </pc:sldMkLst>
        <pc:spChg chg="mod">
          <ac:chgData name="Sadaf Baloch" userId="S::sadaf.baloch@ucp.edu.pk::2cdfe0ab-03ea-46b2-8263-c67d3be957cb" providerId="AD" clId="Web-{A5B098E5-B82E-AE81-3957-85E24C246330}" dt="2019-10-18T08:04:17.495" v="555" actId="20577"/>
          <ac:spMkLst>
            <pc:docMk/>
            <pc:sldMk cId="2255657947" sldId="343"/>
            <ac:spMk id="3" creationId="{00000000-0000-0000-0000-000000000000}"/>
          </ac:spMkLst>
        </pc:spChg>
      </pc:sldChg>
      <pc:sldChg chg="addSp modSp new">
        <pc:chgData name="Sadaf Baloch" userId="S::sadaf.baloch@ucp.edu.pk::2cdfe0ab-03ea-46b2-8263-c67d3be957cb" providerId="AD" clId="Web-{A5B098E5-B82E-AE81-3957-85E24C246330}" dt="2019-10-18T08:30:02.679" v="848" actId="20577"/>
        <pc:sldMkLst>
          <pc:docMk/>
          <pc:sldMk cId="1936144255" sldId="344"/>
        </pc:sldMkLst>
        <pc:spChg chg="mod">
          <ac:chgData name="Sadaf Baloch" userId="S::sadaf.baloch@ucp.edu.pk::2cdfe0ab-03ea-46b2-8263-c67d3be957cb" providerId="AD" clId="Web-{A5B098E5-B82E-AE81-3957-85E24C246330}" dt="2019-10-18T08:23:01.427" v="597" actId="20577"/>
          <ac:spMkLst>
            <pc:docMk/>
            <pc:sldMk cId="1936144255" sldId="344"/>
            <ac:spMk id="2" creationId="{BE339DCB-D708-4D80-91EC-671B76DE18D7}"/>
          </ac:spMkLst>
        </pc:spChg>
        <pc:spChg chg="mod">
          <ac:chgData name="Sadaf Baloch" userId="S::sadaf.baloch@ucp.edu.pk::2cdfe0ab-03ea-46b2-8263-c67d3be957cb" providerId="AD" clId="Web-{A5B098E5-B82E-AE81-3957-85E24C246330}" dt="2019-10-18T08:30:02.679" v="848" actId="20577"/>
          <ac:spMkLst>
            <pc:docMk/>
            <pc:sldMk cId="1936144255" sldId="344"/>
            <ac:spMk id="3" creationId="{C219B5DD-57F0-48D6-9492-54EE45876655}"/>
          </ac:spMkLst>
        </pc:spChg>
        <pc:picChg chg="add mod">
          <ac:chgData name="Sadaf Baloch" userId="S::sadaf.baloch@ucp.edu.pk::2cdfe0ab-03ea-46b2-8263-c67d3be957cb" providerId="AD" clId="Web-{A5B098E5-B82E-AE81-3957-85E24C246330}" dt="2019-10-18T08:26:33.693" v="782" actId="14100"/>
          <ac:picMkLst>
            <pc:docMk/>
            <pc:sldMk cId="1936144255" sldId="344"/>
            <ac:picMk id="4" creationId="{EA0EFDD1-75CE-4822-AE94-C9526151236E}"/>
          </ac:picMkLst>
        </pc:picChg>
      </pc:sldChg>
      <pc:sldChg chg="addSp delSp modSp new">
        <pc:chgData name="Sadaf Baloch" userId="S::sadaf.baloch@ucp.edu.pk::2cdfe0ab-03ea-46b2-8263-c67d3be957cb" providerId="AD" clId="Web-{A5B098E5-B82E-AE81-3957-85E24C246330}" dt="2019-10-18T08:26:19.302" v="778"/>
        <pc:sldMkLst>
          <pc:docMk/>
          <pc:sldMk cId="2959462768" sldId="345"/>
        </pc:sldMkLst>
        <pc:spChg chg="mod">
          <ac:chgData name="Sadaf Baloch" userId="S::sadaf.baloch@ucp.edu.pk::2cdfe0ab-03ea-46b2-8263-c67d3be957cb" providerId="AD" clId="Web-{A5B098E5-B82E-AE81-3957-85E24C246330}" dt="2019-10-18T08:23:22.973" v="629" actId="20577"/>
          <ac:spMkLst>
            <pc:docMk/>
            <pc:sldMk cId="2959462768" sldId="345"/>
            <ac:spMk id="2" creationId="{B45F0EF1-94C0-4FE8-BE0F-A755486F0BA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5:03.317" v="640" actId="20577"/>
          <ac:spMkLst>
            <pc:docMk/>
            <pc:sldMk cId="2959462768" sldId="345"/>
            <ac:spMk id="3" creationId="{4712E25E-90D1-4842-9E76-4D8873CEFE3D}"/>
          </ac:spMkLst>
        </pc:spChg>
        <pc:picChg chg="add del mod">
          <ac:chgData name="Sadaf Baloch" userId="S::sadaf.baloch@ucp.edu.pk::2cdfe0ab-03ea-46b2-8263-c67d3be957cb" providerId="AD" clId="Web-{A5B098E5-B82E-AE81-3957-85E24C246330}" dt="2019-10-18T08:25:09.521" v="644"/>
          <ac:picMkLst>
            <pc:docMk/>
            <pc:sldMk cId="2959462768" sldId="345"/>
            <ac:picMk id="4" creationId="{10ADB5BA-254A-453D-A23B-A8FB8D806309}"/>
          </ac:picMkLst>
        </pc:picChg>
        <pc:picChg chg="add del mod">
          <ac:chgData name="Sadaf Baloch" userId="S::sadaf.baloch@ucp.edu.pk::2cdfe0ab-03ea-46b2-8263-c67d3be957cb" providerId="AD" clId="Web-{A5B098E5-B82E-AE81-3957-85E24C246330}" dt="2019-10-18T08:26:19.302" v="778"/>
          <ac:picMkLst>
            <pc:docMk/>
            <pc:sldMk cId="2959462768" sldId="345"/>
            <ac:picMk id="6" creationId="{5E900199-C5F9-4E76-AD9C-9CD64DADE298}"/>
          </ac:picMkLst>
        </pc:picChg>
      </pc:sldChg>
      <pc:sldChg chg="modSp new">
        <pc:chgData name="Sadaf Baloch" userId="S::sadaf.baloch@ucp.edu.pk::2cdfe0ab-03ea-46b2-8263-c67d3be957cb" providerId="AD" clId="Web-{A5B098E5-B82E-AE81-3957-85E24C246330}" dt="2019-10-18T08:28:24.913" v="821" actId="20577"/>
        <pc:sldMkLst>
          <pc:docMk/>
          <pc:sldMk cId="4252279048" sldId="346"/>
        </pc:sldMkLst>
        <pc:spChg chg="mod">
          <ac:chgData name="Sadaf Baloch" userId="S::sadaf.baloch@ucp.edu.pk::2cdfe0ab-03ea-46b2-8263-c67d3be957cb" providerId="AD" clId="Web-{A5B098E5-B82E-AE81-3957-85E24C246330}" dt="2019-10-18T08:27:42.678" v="794" actId="20577"/>
          <ac:spMkLst>
            <pc:docMk/>
            <pc:sldMk cId="4252279048" sldId="346"/>
            <ac:spMk id="2" creationId="{6B78934E-A9A1-477D-B534-3539EC50649A}"/>
          </ac:spMkLst>
        </pc:spChg>
        <pc:spChg chg="mod">
          <ac:chgData name="Sadaf Baloch" userId="S::sadaf.baloch@ucp.edu.pk::2cdfe0ab-03ea-46b2-8263-c67d3be957cb" providerId="AD" clId="Web-{A5B098E5-B82E-AE81-3957-85E24C246330}" dt="2019-10-18T08:28:24.913" v="821" actId="20577"/>
          <ac:spMkLst>
            <pc:docMk/>
            <pc:sldMk cId="4252279048" sldId="346"/>
            <ac:spMk id="3" creationId="{B6A8A2B4-5045-4688-BE77-D7CB8D9EFB7E}"/>
          </ac:spMkLst>
        </pc:spChg>
      </pc:sldChg>
      <pc:sldChg chg="addSp delSp modSp new">
        <pc:chgData name="Sadaf Baloch" userId="S::sadaf.baloch@ucp.edu.pk::2cdfe0ab-03ea-46b2-8263-c67d3be957cb" providerId="AD" clId="Web-{A5B098E5-B82E-AE81-3957-85E24C246330}" dt="2019-10-18T08:38:21.714" v="873" actId="1076"/>
        <pc:sldMkLst>
          <pc:docMk/>
          <pc:sldMk cId="1227065978" sldId="347"/>
        </pc:sldMkLst>
        <pc:spChg chg="mod">
          <ac:chgData name="Sadaf Baloch" userId="S::sadaf.baloch@ucp.edu.pk::2cdfe0ab-03ea-46b2-8263-c67d3be957cb" providerId="AD" clId="Web-{A5B098E5-B82E-AE81-3957-85E24C246330}" dt="2019-10-18T08:35:56.416" v="864" actId="20577"/>
          <ac:spMkLst>
            <pc:docMk/>
            <pc:sldMk cId="1227065978" sldId="347"/>
            <ac:spMk id="2" creationId="{4A23CA10-64CD-4D53-9718-EE66A991046E}"/>
          </ac:spMkLst>
        </pc:spChg>
        <pc:spChg chg="del">
          <ac:chgData name="Sadaf Baloch" userId="S::sadaf.baloch@ucp.edu.pk::2cdfe0ab-03ea-46b2-8263-c67d3be957cb" providerId="AD" clId="Web-{A5B098E5-B82E-AE81-3957-85E24C246330}" dt="2019-10-18T08:36:00.026" v="867"/>
          <ac:spMkLst>
            <pc:docMk/>
            <pc:sldMk cId="1227065978" sldId="347"/>
            <ac:spMk id="3" creationId="{5B01CB92-E138-434F-B52F-4F80D9528DE3}"/>
          </ac:spMkLst>
        </pc:spChg>
        <pc:picChg chg="add mod ord">
          <ac:chgData name="Sadaf Baloch" userId="S::sadaf.baloch@ucp.edu.pk::2cdfe0ab-03ea-46b2-8263-c67d3be957cb" providerId="AD" clId="Web-{A5B098E5-B82E-AE81-3957-85E24C246330}" dt="2019-10-18T08:36:07.401" v="869" actId="14100"/>
          <ac:picMkLst>
            <pc:docMk/>
            <pc:sldMk cId="1227065978" sldId="347"/>
            <ac:picMk id="4" creationId="{90B778E2-C5A6-4592-ADCB-8DA23FBD2C5C}"/>
          </ac:picMkLst>
        </pc:picChg>
        <pc:picChg chg="add mod">
          <ac:chgData name="Sadaf Baloch" userId="S::sadaf.baloch@ucp.edu.pk::2cdfe0ab-03ea-46b2-8263-c67d3be957cb" providerId="AD" clId="Web-{A5B098E5-B82E-AE81-3957-85E24C246330}" dt="2019-10-18T08:38:21.714" v="873" actId="1076"/>
          <ac:picMkLst>
            <pc:docMk/>
            <pc:sldMk cId="1227065978" sldId="347"/>
            <ac:picMk id="6" creationId="{DB734A0A-8F62-430D-83A9-AB71433B5163}"/>
          </ac:picMkLst>
        </pc:picChg>
      </pc:sldChg>
    </pc:docChg>
  </pc:docChgLst>
  <pc:docChgLst>
    <pc:chgData name="Rubab Javaid" userId="S::rubabjavaid@ucp.edu.pk::f843fb4d-260f-4f2e-a9e2-c9f7ed1ef3b5" providerId="AD" clId="Web-{8A82629B-FE24-4B7D-C86E-036451962E06}"/>
    <pc:docChg chg="delSld modSld">
      <pc:chgData name="Rubab Javaid" userId="S::rubabjavaid@ucp.edu.pk::f843fb4d-260f-4f2e-a9e2-c9f7ed1ef3b5" providerId="AD" clId="Web-{8A82629B-FE24-4B7D-C86E-036451962E06}" dt="2019-10-23T17:37:26.553" v="311"/>
      <pc:docMkLst>
        <pc:docMk/>
      </pc:docMkLst>
      <pc:sldChg chg="del">
        <pc:chgData name="Rubab Javaid" userId="S::rubabjavaid@ucp.edu.pk::f843fb4d-260f-4f2e-a9e2-c9f7ed1ef3b5" providerId="AD" clId="Web-{8A82629B-FE24-4B7D-C86E-036451962E06}" dt="2019-10-23T17:37:26.553" v="311"/>
        <pc:sldMkLst>
          <pc:docMk/>
          <pc:sldMk cId="3677017141" sldId="355"/>
        </pc:sldMkLst>
      </pc:sldChg>
      <pc:sldChg chg="modSp">
        <pc:chgData name="Rubab Javaid" userId="S::rubabjavaid@ucp.edu.pk::f843fb4d-260f-4f2e-a9e2-c9f7ed1ef3b5" providerId="AD" clId="Web-{8A82629B-FE24-4B7D-C86E-036451962E06}" dt="2019-10-23T17:36:58.084" v="309" actId="20577"/>
        <pc:sldMkLst>
          <pc:docMk/>
          <pc:sldMk cId="75204842" sldId="364"/>
        </pc:sldMkLst>
        <pc:spChg chg="mod">
          <ac:chgData name="Rubab Javaid" userId="S::rubabjavaid@ucp.edu.pk::f843fb4d-260f-4f2e-a9e2-c9f7ed1ef3b5" providerId="AD" clId="Web-{8A82629B-FE24-4B7D-C86E-036451962E06}" dt="2019-10-23T17:36:58.084" v="309" actId="20577"/>
          <ac:spMkLst>
            <pc:docMk/>
            <pc:sldMk cId="75204842" sldId="364"/>
            <ac:spMk id="3" creationId="{F090E2A8-6569-4EE2-AAC2-6D441BA81A39}"/>
          </ac:spMkLst>
        </pc:spChg>
      </pc:sldChg>
      <pc:sldChg chg="modSp">
        <pc:chgData name="Rubab Javaid" userId="S::rubabjavaid@ucp.edu.pk::f843fb4d-260f-4f2e-a9e2-c9f7ed1ef3b5" providerId="AD" clId="Web-{8A82629B-FE24-4B7D-C86E-036451962E06}" dt="2019-10-23T17:35:48.210" v="212" actId="20577"/>
        <pc:sldMkLst>
          <pc:docMk/>
          <pc:sldMk cId="1323021317" sldId="366"/>
        </pc:sldMkLst>
        <pc:spChg chg="mod">
          <ac:chgData name="Rubab Javaid" userId="S::rubabjavaid@ucp.edu.pk::f843fb4d-260f-4f2e-a9e2-c9f7ed1ef3b5" providerId="AD" clId="Web-{8A82629B-FE24-4B7D-C86E-036451962E06}" dt="2019-10-23T17:35:48.210" v="212" actId="20577"/>
          <ac:spMkLst>
            <pc:docMk/>
            <pc:sldMk cId="1323021317" sldId="366"/>
            <ac:spMk id="3" creationId="{01446C58-5243-4AAA-8F71-B2315088E98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6BF83A-216F-4208-BE74-07046102302F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2B17D-D1E4-46FC-91FC-F57F8469F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163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stick to the protocol, no matter if some groups are able to complete it or not. They may complete it later and submit in the next class.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07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 also not that good at drawing, so my sketches are very crude. But that's the point! Low-fidelity prototypes, such as sketches should be simple and easy to replicate, as well as translate and flow ideas easily into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42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storyboard shows a stick figure waking up by it's alarm clock. His goal is to navigate across the three application and widget that he routinely visits every time in the morning. I don't think I see any problem at all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267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board is scenario</a:t>
            </a:r>
            <a:r>
              <a:rPr lang="en-US" baseline="0" dirty="0"/>
              <a:t> based and is in sequence. Sketching is mostly used for designing user interface , it is stand alone and not part of a series. It contains all possible details.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03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801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E2B17D-D1E4-46FC-91FC-F57F8469F8A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83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4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83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2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81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1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77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06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9196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77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00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43DC809B-8B90-4719-85AD-028366CCF037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770BD36D-CB3D-4FAA-9E11-1E8960B6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8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04 </a:t>
            </a:r>
            <a:br>
              <a:rPr lang="en-US" dirty="0"/>
            </a:br>
            <a:r>
              <a:rPr lang="en-US" sz="4800" dirty="0"/>
              <a:t>Inspiration and problem definition protocol 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85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76F00-EB54-4EA6-BEBE-47877B58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Inspiration and problem definition protocol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DF532-74E1-455A-9F93-E9CFA610F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Write down your idea (2)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Make an abstract 8-up storyboard (10)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Share your work with others: 2 minutes for each idea (10)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Discuss each idea, build on each other: keep/throw it (10)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Finalize one idea (1) </a:t>
            </a:r>
          </a:p>
          <a:p>
            <a:pPr marL="514350" indent="-514350">
              <a:buAutoNum type="arabicPeriod"/>
            </a:pPr>
            <a:r>
              <a:rPr lang="en-US" dirty="0">
                <a:ea typeface="+mn-lt"/>
                <a:cs typeface="+mn-lt"/>
              </a:rPr>
              <a:t>Define users (5) </a:t>
            </a:r>
          </a:p>
          <a:p>
            <a:pPr marL="514350" indent="-514350">
              <a:buAutoNum type="arabicPeriod"/>
            </a:pP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Identify classes (15) </a:t>
            </a: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Make sketches and storyboards (20)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674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FE6F-5B7A-47C8-A13B-28FBFFB7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1 - Write down your idea on Paper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DEA527-8A57-4F83-9D82-40DB3B45D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must be a problem description, it should not be a solution to the mentioned problem </a:t>
            </a:r>
          </a:p>
        </p:txBody>
      </p:sp>
    </p:spTree>
    <p:extLst>
      <p:ext uri="{BB962C8B-B14F-4D97-AF65-F5344CB8AC3E}">
        <p14:creationId xmlns:p14="http://schemas.microsoft.com/office/powerpoint/2010/main" val="1158881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D709-D394-4D63-B4B6-325C42BCD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2 - Draw an 8-up storyboard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A545A-F5E9-44FA-9215-E6E79671D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Fold a paper in half three times</a:t>
            </a:r>
          </a:p>
          <a:p>
            <a:endParaRPr lang="en-US" dirty="0"/>
          </a:p>
          <a:p>
            <a:r>
              <a:rPr lang="en-US" dirty="0"/>
              <a:t>Use each box to represent one step </a:t>
            </a:r>
          </a:p>
          <a:p>
            <a:endParaRPr lang="en-US" dirty="0"/>
          </a:p>
          <a:p>
            <a:r>
              <a:rPr lang="en-US" dirty="0"/>
              <a:t>The sketches need not be neat and clean </a:t>
            </a:r>
          </a:p>
          <a:p>
            <a:endParaRPr lang="en-US" dirty="0"/>
          </a:p>
          <a:p>
            <a:r>
              <a:rPr lang="en-US" dirty="0"/>
              <a:t>Just do a dirty quick prototype of your problem </a:t>
            </a:r>
          </a:p>
        </p:txBody>
      </p:sp>
    </p:spTree>
    <p:extLst>
      <p:ext uri="{BB962C8B-B14F-4D97-AF65-F5344CB8AC3E}">
        <p14:creationId xmlns:p14="http://schemas.microsoft.com/office/powerpoint/2010/main" val="33347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661B7-0586-4B61-B5BC-F74FB555D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543" y="365125"/>
            <a:ext cx="10929257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95F5A49-D94E-4083-9B94-FC9A91BCCE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8943" y="188662"/>
            <a:ext cx="8283057" cy="6323796"/>
          </a:xfrm>
        </p:spPr>
      </p:pic>
    </p:spTree>
    <p:extLst>
      <p:ext uri="{BB962C8B-B14F-4D97-AF65-F5344CB8AC3E}">
        <p14:creationId xmlns:p14="http://schemas.microsoft.com/office/powerpoint/2010/main" val="220456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74B-4634-4CED-82AA-27FDCA4C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5" y="365125"/>
            <a:ext cx="10891155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pic>
        <p:nvPicPr>
          <p:cNvPr id="4" name="Content Placeholder 3" descr="11-4">
            <a:extLst>
              <a:ext uri="{FF2B5EF4-FFF2-40B4-BE49-F238E27FC236}">
                <a16:creationId xmlns:a16="http://schemas.microsoft.com/office/drawing/2014/main" id="{2C039EA9-0E2E-4D43-B69E-316288D627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019492" y="365125"/>
            <a:ext cx="8324053" cy="6127750"/>
          </a:xfrm>
          <a:prstGeom prst="rect">
            <a:avLst/>
          </a:prstGeom>
          <a:noFill/>
          <a:ln/>
        </p:spPr>
      </p:pic>
    </p:spTree>
    <p:extLst>
      <p:ext uri="{BB962C8B-B14F-4D97-AF65-F5344CB8AC3E}">
        <p14:creationId xmlns:p14="http://schemas.microsoft.com/office/powerpoint/2010/main" val="2031582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74B-4634-4CED-82AA-27FDCA4C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645" y="365125"/>
            <a:ext cx="10891155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2860" y="152149"/>
            <a:ext cx="7106403" cy="676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1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74B-4634-4CED-82AA-27FDCA4C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6611"/>
            <a:ext cx="10891155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pic>
        <p:nvPicPr>
          <p:cNvPr id="5" name="Picture 6" descr="A close up of a piece of paper&#10;&#10;Description generated with high confidence">
            <a:extLst>
              <a:ext uri="{FF2B5EF4-FFF2-40B4-BE49-F238E27FC236}">
                <a16:creationId xmlns:a16="http://schemas.microsoft.com/office/drawing/2014/main" id="{34AE39EC-D9F4-4670-ADCA-2D0815CD66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4016" y="226611"/>
            <a:ext cx="8566029" cy="6631389"/>
          </a:xfrm>
        </p:spPr>
      </p:pic>
    </p:spTree>
    <p:extLst>
      <p:ext uri="{BB962C8B-B14F-4D97-AF65-F5344CB8AC3E}">
        <p14:creationId xmlns:p14="http://schemas.microsoft.com/office/powerpoint/2010/main" val="96090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74B-4634-4CED-82AA-27FDCA4C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33041"/>
            <a:ext cx="10891155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845F5246-F345-45CC-BC7E-4B811F4F5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8963"/>
          <a:stretch/>
        </p:blipFill>
        <p:spPr>
          <a:xfrm>
            <a:off x="3505559" y="103143"/>
            <a:ext cx="8606703" cy="6746753"/>
          </a:xfrm>
        </p:spPr>
      </p:pic>
    </p:spTree>
    <p:extLst>
      <p:ext uri="{BB962C8B-B14F-4D97-AF65-F5344CB8AC3E}">
        <p14:creationId xmlns:p14="http://schemas.microsoft.com/office/powerpoint/2010/main" val="164786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4E74B-4634-4CED-82AA-27FDCA4C1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8873"/>
            <a:ext cx="10891155" cy="1325563"/>
          </a:xfrm>
        </p:spPr>
        <p:txBody>
          <a:bodyPr/>
          <a:lstStyle/>
          <a:p>
            <a:r>
              <a:rPr lang="en-US" dirty="0"/>
              <a:t>A Storyboard</a:t>
            </a:r>
          </a:p>
        </p:txBody>
      </p:sp>
      <p:pic>
        <p:nvPicPr>
          <p:cNvPr id="5" name="Picture 6" descr="A close up of a map&#10;&#10;Description generated with high confidence">
            <a:extLst>
              <a:ext uri="{FF2B5EF4-FFF2-40B4-BE49-F238E27FC236}">
                <a16:creationId xmlns:a16="http://schemas.microsoft.com/office/drawing/2014/main" id="{0AF8859E-A27D-4D5F-871F-F50A3B508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1310" y="-299"/>
            <a:ext cx="8632473" cy="6867375"/>
          </a:xfrm>
        </p:spPr>
      </p:pic>
    </p:spTree>
    <p:extLst>
      <p:ext uri="{BB962C8B-B14F-4D97-AF65-F5344CB8AC3E}">
        <p14:creationId xmlns:p14="http://schemas.microsoft.com/office/powerpoint/2010/main" val="3662673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AF50-2FBD-454D-B9E3-B4659440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 Story board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EE53-087A-44CE-8F57-EE2D86695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Grab a pen and paper.</a:t>
            </a:r>
          </a:p>
          <a:p>
            <a:r>
              <a:rPr lang="en-US" dirty="0">
                <a:ea typeface="+mn-lt"/>
                <a:cs typeface="+mn-lt"/>
              </a:rPr>
              <a:t>Start with a plain text and arrows.</a:t>
            </a:r>
          </a:p>
          <a:p>
            <a:r>
              <a:rPr lang="en-US" dirty="0">
                <a:ea typeface="+mn-lt"/>
                <a:cs typeface="+mn-lt"/>
              </a:rPr>
              <a:t>Use proper nouns. (No common Nouns)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D9E69D-61D4-40D6-9AE8-997E8DCDA0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4" descr="A picture containing bird, tree, flower&#10;&#10;Description generated with very high confidence">
            <a:extLst>
              <a:ext uri="{FF2B5EF4-FFF2-40B4-BE49-F238E27FC236}">
                <a16:creationId xmlns:a16="http://schemas.microsoft.com/office/drawing/2014/main" id="{48A3421B-D06B-41CE-91DB-6C04F245FD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58" r="186" b="288"/>
          <a:stretch/>
        </p:blipFill>
        <p:spPr>
          <a:xfrm>
            <a:off x="5069457" y="1029581"/>
            <a:ext cx="7128762" cy="547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1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AF50-2FBD-454D-B9E3-B4659440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 Story board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EE53-087A-44CE-8F57-EE2D86695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Bake emotions into 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the story.</a:t>
            </a:r>
            <a:endParaRPr lang="en-US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5" name="Picture 6" descr="A picture containing animal, bird, tree, flower&#10;&#10;Description generated with very high confidence">
            <a:extLst>
              <a:ext uri="{FF2B5EF4-FFF2-40B4-BE49-F238E27FC236}">
                <a16:creationId xmlns:a16="http://schemas.microsoft.com/office/drawing/2014/main" id="{8400C155-2C54-424E-A97B-2A9FCC78B4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49483" y="-319"/>
            <a:ext cx="7323825" cy="6177301"/>
          </a:xfrm>
        </p:spPr>
      </p:pic>
    </p:spTree>
    <p:extLst>
      <p:ext uri="{BB962C8B-B14F-4D97-AF65-F5344CB8AC3E}">
        <p14:creationId xmlns:p14="http://schemas.microsoft.com/office/powerpoint/2010/main" val="16636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CAF50-2FBD-454D-B9E3-B4659440F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A Story board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8EE53-087A-44CE-8F57-EE2D86695A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Translate each step into a frame. 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You can leave a comment on the back of each frame to give more context. 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You can also show a character’s thinking with thought bubbles</a:t>
            </a:r>
            <a:endParaRPr lang="en-US">
              <a:cs typeface="Calibri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6D740528-3440-446E-866D-BC86462218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1863" y="2311880"/>
            <a:ext cx="4662487" cy="3140703"/>
          </a:xfrm>
        </p:spPr>
      </p:pic>
    </p:spTree>
    <p:extLst>
      <p:ext uri="{BB962C8B-B14F-4D97-AF65-F5344CB8AC3E}">
        <p14:creationId xmlns:p14="http://schemas.microsoft.com/office/powerpoint/2010/main" val="2205890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4E93-C4E8-430A-A105-26EE5EC15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example problems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E5746-404A-4AE4-9D4B-6FF5FCFE8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the glasses </a:t>
            </a:r>
          </a:p>
          <a:p>
            <a:endParaRPr lang="en-US" dirty="0"/>
          </a:p>
          <a:p>
            <a:r>
              <a:rPr lang="en-US" dirty="0"/>
              <a:t>Finding a particular blood-group donner in another city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006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D8641-2826-483A-A4C6-EF7A8F59F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3 - Share your work with others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AB208-3456-496C-84D8-56F47CBE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2 minutes for each idea </a:t>
            </a:r>
          </a:p>
          <a:p>
            <a:r>
              <a:rPr lang="en-US">
                <a:cs typeface="Calibri"/>
              </a:rPr>
              <a:t>Is it novel</a:t>
            </a:r>
            <a:endParaRPr lang="en-US">
              <a:ea typeface="+mn-lt"/>
              <a:cs typeface="+mn-lt"/>
            </a:endParaRPr>
          </a:p>
          <a:p>
            <a:r>
              <a:rPr lang="en-US">
                <a:cs typeface="Calibri"/>
              </a:rPr>
              <a:t>How it is being done now? 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9399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8156-1A29-4C62-9C7C-1E0F8880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4 - Discuss each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CCAA0-33CB-4D13-997A-2E9992127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build on each other: keep/throw it</a:t>
            </a:r>
          </a:p>
          <a:p>
            <a:r>
              <a:rPr lang="en-US" dirty="0">
                <a:ea typeface="+mn-lt"/>
                <a:cs typeface="+mn-lt"/>
              </a:rPr>
              <a:t>You can also come up with new ideas</a:t>
            </a:r>
          </a:p>
          <a:p>
            <a:r>
              <a:rPr lang="en-US" dirty="0">
                <a:ea typeface="+mn-lt"/>
                <a:cs typeface="+mn-lt"/>
              </a:rPr>
              <a:t>all ideas are equal</a:t>
            </a:r>
          </a:p>
          <a:p>
            <a:r>
              <a:rPr lang="en-US" dirty="0">
                <a:ea typeface="+mn-lt"/>
                <a:cs typeface="+mn-lt"/>
              </a:rPr>
              <a:t>record everything</a:t>
            </a:r>
          </a:p>
          <a:p>
            <a:r>
              <a:rPr lang="en-US" dirty="0">
                <a:ea typeface="+mn-lt"/>
                <a:cs typeface="+mn-lt"/>
              </a:rPr>
              <a:t>minimize interruptions &amp; stay focused on topic</a:t>
            </a:r>
          </a:p>
          <a:p>
            <a:r>
              <a:rPr lang="en-US" dirty="0">
                <a:ea typeface="+mn-lt"/>
                <a:cs typeface="+mn-lt"/>
              </a:rPr>
              <a:t>make it fun/rewarding</a:t>
            </a:r>
          </a:p>
          <a:p>
            <a:r>
              <a:rPr lang="en-US" dirty="0">
                <a:ea typeface="+mn-lt"/>
                <a:cs typeface="+mn-lt"/>
              </a:rPr>
              <a:t>wild &amp; wacky ideas are encouraged</a:t>
            </a:r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endParaRPr lang="en-US" dirty="0">
              <a:cs typeface="Calibri"/>
            </a:endParaRPr>
          </a:p>
          <a:p>
            <a:pPr lvl="2"/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9622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B1753-9DE4-44E6-A38E-8EA4CDB9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5 - Finalize one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D2525-160C-49D2-AF56-444EFEACB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Get your group’s opinion about it</a:t>
            </a:r>
          </a:p>
          <a:p>
            <a:r>
              <a:rPr lang="en-US" dirty="0">
                <a:ea typeface="+mn-lt"/>
                <a:cs typeface="+mn-lt"/>
              </a:rPr>
              <a:t>Give positive and negative feedback</a:t>
            </a:r>
          </a:p>
          <a:p>
            <a:r>
              <a:rPr lang="en-US" dirty="0">
                <a:ea typeface="+mn-lt"/>
                <a:cs typeface="+mn-lt"/>
              </a:rPr>
              <a:t>Give possible suggestions and recommendations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Provide attributes 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for</a:t>
            </a:r>
            <a:r>
              <a:rPr lang="en-US" dirty="0">
                <a:solidFill>
                  <a:srgbClr val="FF0000"/>
                </a:solidFill>
                <a:ea typeface="+mn-lt"/>
                <a:cs typeface="+mn-lt"/>
              </a:rPr>
              <a:t> acceptance and rejection.</a:t>
            </a:r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14656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8F04-86E0-41B5-BFF7-25F6053CB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6 - Define Target Market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428F2-6CC7-4798-B458-79286906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with each other </a:t>
            </a:r>
          </a:p>
          <a:p>
            <a:endParaRPr lang="en-US" dirty="0"/>
          </a:p>
          <a:p>
            <a:r>
              <a:rPr lang="en-US" dirty="0"/>
              <a:t>Shall be all-inclusive </a:t>
            </a:r>
          </a:p>
          <a:p>
            <a:endParaRPr lang="en-US" dirty="0"/>
          </a:p>
          <a:p>
            <a:r>
              <a:rPr lang="en-US" dirty="0"/>
              <a:t>Shall exclude areas which are not desired </a:t>
            </a:r>
          </a:p>
        </p:txBody>
      </p:sp>
    </p:spTree>
    <p:extLst>
      <p:ext uri="{BB962C8B-B14F-4D97-AF65-F5344CB8AC3E}">
        <p14:creationId xmlns:p14="http://schemas.microsoft.com/office/powerpoint/2010/main" val="3290073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456E7-A5B6-4005-B712-1E128FA25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7- Identify classes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46C58-5243-4AAA-8F71-B2315088E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Discuss with each other </a:t>
            </a:r>
          </a:p>
          <a:p>
            <a:r>
              <a:rPr lang="en-US" dirty="0">
                <a:cs typeface="Calibri"/>
              </a:rPr>
              <a:t>Identify User Classes </a:t>
            </a:r>
          </a:p>
          <a:p>
            <a:r>
              <a:rPr lang="en-US" dirty="0">
                <a:cs typeface="Calibri"/>
              </a:rPr>
              <a:t>Be careful while identifying the classes, don’t include unnecessary classes</a:t>
            </a:r>
          </a:p>
        </p:txBody>
      </p:sp>
    </p:spTree>
    <p:extLst>
      <p:ext uri="{BB962C8B-B14F-4D97-AF65-F5344CB8AC3E}">
        <p14:creationId xmlns:p14="http://schemas.microsoft.com/office/powerpoint/2010/main" val="1323021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7C3E-11DB-4646-8B6C-184EA6318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8- Make sketches and storyboards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0E2A8-6569-4EE2-AAC2-6D441BA81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Brainstorm and gradually build the idea </a:t>
            </a:r>
          </a:p>
          <a:p>
            <a:r>
              <a:rPr lang="en-US" dirty="0">
                <a:cs typeface="Calibri"/>
              </a:rPr>
              <a:t>Write story boards and make sketches for the finalized idea</a:t>
            </a:r>
          </a:p>
        </p:txBody>
      </p:sp>
    </p:spTree>
    <p:extLst>
      <p:ext uri="{BB962C8B-B14F-4D97-AF65-F5344CB8AC3E}">
        <p14:creationId xmlns:p14="http://schemas.microsoft.com/office/powerpoint/2010/main" val="752048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just did is Brainstorming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338011" cy="4351338"/>
          </a:xfrm>
        </p:spPr>
        <p:txBody>
          <a:bodyPr>
            <a:normAutofit/>
          </a:bodyPr>
          <a:lstStyle/>
          <a:p>
            <a:r>
              <a:rPr lang="en-US" dirty="0"/>
              <a:t>Brainstorming</a:t>
            </a:r>
          </a:p>
          <a:p>
            <a:pPr lvl="1"/>
            <a:r>
              <a:rPr lang="en-US" dirty="0"/>
              <a:t>any group activity involving the pursuit of new ideas</a:t>
            </a:r>
          </a:p>
          <a:p>
            <a:pPr lvl="1"/>
            <a:r>
              <a:rPr lang="en-US" dirty="0"/>
              <a:t>a technique used to generate numerous ideas using the composite talent and experience of a group in a facilitated meeting environment.</a:t>
            </a:r>
          </a:p>
        </p:txBody>
      </p:sp>
      <p:sp>
        <p:nvSpPr>
          <p:cNvPr id="4" name="AutoShape 2" descr="data:image/jpeg;base64,/9j/4AAQSkZJRgABAQAAAQABAAD/2wCEAAkGBxMSEhUSEhIWFhUVGBoYGBgXGBUYFxoaGBsYGB4YGBUYHSggGB0lHxsYITEhJykrLy4uFyAzODMtNygtLysBCgoKDg0OGxAQGy0lICUtLS8tLS0tLy8vLy0tLS0tLS0tLS0tLS0tLS8tLS0tLS0tLS0tLS8tLS0tLS0tLS0tLf/AABEIAKQBMwMBEQACEQEDEQH/xAAcAAABBQEBAQAAAAAAAAAAAAAAAgMEBQYBBwj/xABHEAACAQIDBQUEBwUFBwUBAAABAhEAAwQSIQUGMUFREyJhcYEykaHRBxQVQlKxwSNicpLwM4KT0uFDU2NzorLxJFSks8IW/8QAGwEAAgMBAQEAAAAAAAAAAAAAAAMBAgQFBgf/xAA9EQACAQIEAggFAgQGAQUAAAAAAQIDEQQSITFBUQUTYXGBkbHwIjKhwdEU4SMzUvEGFUJTYpIWNHKCotL/2gAMAwEAAhEDEQA/AHa3HjQoAKACgAoAKACgAoAKACgAoAKACgAoICakDk0Acmgg5NABNABNABNABNAHZoA7NBJ2oAKCQoAKACgAoAKACgAoAKACgAoAKACgBQoJE0EBQAUAFABQAUAFABQAUAFABQAUAFSQJJoA4TQQJJqSDk0AcmgAmggJoJCaAOzQB2aAOg0EigagBQNBIVBIUAFABQAUAFABQAUAFABQAUAFAChQSJoICgBF68qCWYKOpIA+NBMYuTslcaXH2iYF1CT+8vzoui7o1FvF+RIoFhQAUAStnYC5fcW7Sy0T0AA5k9PnUSkkrsZSozqyyw3ObQwL2XNu4sMPUEHgQeYoTTV0FWlKlLLPcZtgSM05ZExxjnE84qRatfXYfxotZ27LPk+7mAnhzjx+FQr21GVOrzPJe3C4jHdnnPY58nLPGb4VKvbUrUyZnkvbtIxNSLEE1JBwmgDjaaGghiZqQOTQQE0AczUBcM1AXNlsrc0FA19mDHXIsCPAkgya4uI6Valaklbmz0OF6FTipVm78lw7yFvDuybC9rbYsg9oGMyzzkaEflT8H0gq0sk1Z/RmbH9FvDx6yDvHjfdfsZ4GukcgUDQSKBqCRQNBJ2oAKCQoAKAH8DhWu3FtJ7TmBPDrJ8AJPpQ3ZXL06bqTUI7sudu7q3MNb7XOrrIDQCCJ0HMyJ09RS4VFJ2NeJwE6EM97oz9MMIUAFABQAUAKFBImggcw9ku6ovtMQo5akwNaG7Ewi5SUVuwGzLBxi2scB2dtLmbiQGBtgEZZ5mPWl1JxjBze3b3o63RuHnKq6KWt7adzZY7T2JsXsrnYgG5lOQQ/GPFRWeniqc5qKa1O3X6Nr0abqOMkkU2HPcX+EfkK2I8dL5mOUEBQBYbC2i9i8rpGvdYHUFSRP5A+lVnFND8NWlSqKUe7wK/fbaVy6mIuuYYIwGXQALIgc+vvqEko6DetlVxKc+dvI0FndHZgRM1pcxRCZv4kGWVWMgXI51nzM9B1cORP2fuJsy7my2AcsezexJ4z/wAXwqHNolUoPgGB3C2bcMfVuU6X8QY4aN+17p8PA1hwvSHXyypcL73t2Pk+zsfI0VcFCmr/AG9OaPPNk6Iy6wt26okkwquwAk+FdmnseSx9o1nY2O1N0ms4UYg3QSApZY0AYgaNOsSOWtVjVvKw2t0fKlR61y5XXf2mK23edLXaWmKvbZXBH7rA+oHGPCrz2EYJrrkn7ZtL2EGNLYjIbbXQpTWVLQBmiNVdsq6GQSpghqopZNDTUo/qJOpbK3t3/hvTmnZ7My2annKuE0AcmgCTfx5dUUqgFsFQQigmdZbqfGoUbMZKq5RUbLTsHm2oWFhWRMtkyMqhWYFgxzHgeHhVJU7qST3L/qH8F0rRfBb63PTlxBcI1sqVcSCQT48iOIn3V5CUMjcZbo9zCanFSi9GV+8OMCYW6bkd8MigcyZA4+p8hWnBUnPERy8NX4GPpGrGGGnm4ppd793MNh8SgQAmAAQyZfaJ0BzadRz5V6VxdzycZxUfVcyCDTBIoGoJH8PtRMPme4LRVlKftYygtzEnjp+dVku0fQlJSeWOa65X8SPhN5sMhJ7TDNIIhmUjXnGbl+lQ7PiOp060Hfq796ZH+28N/wC4s/4ifOpuhf6at/Q/Jh9t4b/3Fn/ET50XQfpq39D8mTbVwMAykMDqCDIPkRQKaadmWm7uPFjEJcYArOU+AbSR4j8pqs1eNh+Eq9VWjJr2zb79Y8W8P2cAm6conkBBJ8xpHjSKSvI7XSVXJRy230PNq0nnSdsPBLev27TtlViZI46AmBPMxHrUSdlcdhqSq1YwbsmTt7NkW8NcVbbEhlkgkErrHHof0NVpyclqPx2HhQmlF7oo6uYgoAUKCRNBAuzbLMqgSWIAGgknQDXShkxTk0kLTDxiylxJhLgZZ5h7ekrPCq5I1Fllqmjp4GpUw85SjpJP7PvJmLt2ctzs7JGVT3znAkrrAbjBkTzpFHDUFJuMLOPZ6HbxeOxbpxjOpmU1tdfW39yBsy+qp3ravmthQTPdJHtDlP8AQitFtjyuZRlK6ve/h2kjB4pEzZrKPmUqJLd0ngw1Oo/o0NN8Qp1IxveKentmh3U2/YsWWtXVMsxMxIYEAQ3SPypdSDbujfgcXSpU3Ca/cy91SrEEQQeHT15+dNOY04vXQib2r+zxQH/E/M1X/SaKf/qf/l9y/wAPvrss5M+It6IoM2b5aVQLxFvXUda40qeN69tNZOXHbu59p61VMPk1TzePvYl7P3/2baDRikBYr7NrEDhPH9l41fCU8Wr/AKhp7Wt9eCIq1KGnVprzJdv6S9nAicZpI/2eI4f4dbFCwnOjzvY9wMjMODXbrA9QXYg61rp/KeZ6Q/nsul2tcyi07s9oCOzJ0j93oRy6R0kVbIr34mdYieVQk248vf05dxDxuFgEHvIw0aNCp016HiCORBqVqVcZQaku9P36CtzsWUF/D3LrI9m0HwzljkIVs2Qqe6WPdgdQTymlNNO1jqZqc4SqqdnbRX0TWtrdv7kWa0HFJ2xdkviXZVMKi5nhc7wTEouYZo4kTJHCTAKqk8hvwOEjiM2ZvS2xo33HQWxd+vKUPAiySSToFVRclmJ0ygTOlK698jo/5PStfM/p+DM7V2Zcw97sn1JVWURDAMSArAMRm05EjXieNOpzzK5y8bhVQmoxbd0NX8K6AFhodNCDrpoY4HXgaspJ7GaUJR3NBu7vfhMLaFrFXyjK5ZB2dx+4wjiikDvZ9K5WNwLq1M0XbQ9F0RiVGhllwbt9Pu2Q94t4LGL7P6tdNy3bXKSUdO/pycCdIp+Bw3UqV92zH0zX6ycEtkioBrecc127u6aYnDG814qxLBQIyjLp3518dI0pE6rjK1jq4Xo+Naj1jlZ6/TmZVWpxy0yXsJM2PwSnnduD/wCNfrPiY5qbje1+K3Ov0O7Vm+z7o9JTDqSBm46ca5DwTt/Mn/2Z6br1/SvIEwUnVmA/rwqv+Xy/3p+Zb9Qv6I+QnC2kLqO1Bk8Myn4VMcDKLv1s34kPEJ6ZI+R5fhP9p/zr/wD91yu3D5UeQx38+XvgZTfXW6o/4engczaiqz3N3R38t9/2Qve/eP672ftd1rjnMzN3rvZzlkmAMmgGgk0pKx0ZSuabZhmzaJ/3af8AaK0LY81W/mS736lkvcSfvuNP3UOhPm3Dyn8Qo3D5Y34v0/f07xW0Ftgqbbs5KAuW4h+YHUcPnQr8Saqgmsrb01vzIlSKCgBQoJE0EHRQBWbW2vdwrpftoG0dWJnTMUMnzg1DdjoYC0nJN66fcjYnf/EXF7MIj9osEKGkEyMviaXGq3f4be9zq1KMYpPPfS70tZ8v3LiysKoPIAfCmnm5O7bDEXcisxBOUEwOOnSgIq7sNYHE9pIgSCB3TmBJAOhHHjQWnDLaxrdqphMDhjdxjJdvooAs9plYz7KkLJMCe8REDwpGeUnaJ2YYKnCCdbV8vRdojA4/Zm07vY4XtEvMjXC0EKCCJDBj3iS093odRRmnDctUwdCtfJo/fAye2hcw902igzLxEMcxkaKRw0IMnkeHGnp3V0cjqnFuM917uOlR0FSZrsbKjoKki7HbeFuMJS27DqqsR7wKklQnLVJvwZy7g7qiWtXFA4kowHvIoCVOaV3FrwZqtg7yWLOAe1ctEkFlIAEXDczESTw0EHyHGkTpyc7o6mFxtKnhXCUezvvf2zJdnaPs3CvhcUx/Mkz/ACin68jlZab2lbvX3V/Q4cBcPsAP/wAtg5/lHeHqKMyDqZv5de7X9/oT92dt/U7zkqQXTLmyzkgzJSQWPQaeJ6rqwc7WOh0diYYdyVR2vbg+00I3jwAOdTiRdBzdoRJzmQWNvNk7wMGFGkARlWE9VPkdP/McL/V9H+DL7wbaOJxPbBcpVUWYEMULHMFMwDI0PAyNeJfShljZnH6RxMKtRSpvZe9yLicbmEKgUFsxgkydevLwq8Y2Mc6mZWStxK29suxeuBr7XAAsfs8k8ZHt6czUTi3saMJilS+GSuuzcXgcElkMtssVLEgtExwExpwipjGyFV6/Wzvw4FlhrQjO8hAY04sfwr+p5DxIBG+CKwirZpbevYvu+A4+OuEEB2VSIyKWCZeQyzBHnxmTJNGVEurN6XsuS2t3DANBQk7Hxdu1jsFcuuttFuvmdyFUTYvgSx0GpA9aVW+U6vRLtVd+X3RvLG9ODDKTi8MBIn/1Nj51yI1cS5JOlZc8yPTNUUtJ/QRZ29ghee4doYYqwfTt7cnPEBj2kQsQIHA+93VTTcl2l5YmnKmod3Lhy7+JGwO1dno9tvrOEBBkn6yhjpA7SslOWPbjnirf6v21IksMr5ZdxiMA4YOykENdvkEagg3rhBB5giu5D5UeRxv8+XvgN47ZNq8wa4pJAj2mGmp5HxqXFMXSxFSmrRYvA7jreE2sO7DqGcD+YtFVagtzVTrYuprDXwRbDZD2IW9bZEQAQZ70aBFbmT4HQSeVSpJ7GedKcZOVVW49/Yvei1It6/mYkkZjrHD3DkBEDyqwiTcnmY/jFQZMjlpQFpEZT+HiZjrUK5eooq2V309ojVIsKAFCgkTQQFBBqNm7mu6dpeuC0pEwRJj96SAvlSpVkjq4foupUV5O3Za7GNrbntZQ3bTLcQCSVUBgOuhOYUQqplcV0dUpLMndLzRnqacwkDBXIkoQOrwg97wDUXQzqp72t36epL2Jh7aX7OZ0gXF7qgnXMOcZePOTUSbyuw+goqtFykt1zf7fUd2+1u3t21iMdYW1YKFLVxspR7iai65HCMwXvcIU8BISvksjvTsqqcloRvpC2hg7+OwIw18C7ny3b+HbvLbcqkdogPf7zAcYza8aIJpO5FWUZSWV69hYb+pGK5+woJI4sJ58CYy02j8pxulF/Hv2L36GaJppzhBNSQeibq4jLhLOoH9p+LncboR0FJnG8md/Azth4+PqyDv3tK4LNtVfu3C6uBwIUIR7UkceVTTik375iek601TST0d7/QxVwxZT9645/lVAPzamr5jjvSku1v6JfuL2Xsm9iJNtRlW4ltmJAAZyoEjjEsOANDmluXp4WpUScVpor8ru3edOw7xxDYVFD3VJBCkAGBJILRR1kcuYh4Sq6rpJXa98bEcY+6O6XLAaQ8OBHQPIFTlRTrqi0b89fUPrKH2rI87bFD7jmX3AUWfMOsg/mj5O35X0DsrR9m6V8LimP5kzT/KKLvkGWm9pW7191f0Jux9gPiLy21ZSpPeZWVsqjUkqDI6CQNSKrKooq46hg5Vaiimrc076Gq2ttmxs5vq2DwLYm6gHaFVJy5hID3AjHMRrEAQaxuUpatno4UqVBZacffaxWzzhtqq6PhmwuKQBipGRipMBgSozqSCJKyPdMxqSgLq4WjiVrG0vIxOMdhcKusG2cuQcFynVRx5zrrJMmZrattDzdRtTtJbaW5W4ErHYtWUgMWlpUFYCD8I+HuqkYtMvUqJq17/YgBqvYTdFbjdmvcYnt4WZClQwHlJpbg3xNtHF06cUsmvO9hhd33P+3H+EvzqvVsesfB7Q/wDsx5d2rhAAueosgzw8f6moya7jP1sWrKm/Nji7o3zwdv8AAqMvaT+pf+2/N/gstl7v4m0e8brrBAXsmVQSZn8/fUrTiJrN1FpTafPX8Gg2PsZ7t63bdHVWPeJBGgBJ15SBHrUymkri6GGlOooyTtxNz9pul1rCWba20ZbaO1xlUsURssLbIQ94ASdeWulZNz0sfh+FLRDa4o4tjh7tlOye27LcVywLIyDuBkEgZwQ4000mpTtqitSCqxcJLRnluJ2XlvsSwlXM90TmQFNG5L4fGti11PMSk4pwfC6+vIkUCgoAKAFCgkTQQWG79tWxNlW4Fx8NQPfFVn8rH4WKlWinzOfTNj7y3FUEhVCFBxBLFgTHM8vSuY0p1cstrHvITdHB9ZS+bMl+xL+iHG32e5buJlQpmK8s0qAcv3SQW05x4VFNRjNxg7ovi3Oph41K0csr271blw7iHjcSyXLio2VVdgMgCaBiBqoE6da6qSauz5/UnKMpRi7K72049hCJkyePWpE9pygDSDbGGxSW7e0bRudkSVbUqSVKy6A6mDxg666Ul02tYnXodIxcVGstuP5HNlYrA4IX/qNss9yX74AVQoHdUkZ8oAL5TPA6ijJJ2zDZdIUop9Urvfkvz2+Bn1xF53dgSxc5nkAqT4qdPLpypzypHGU6kpN7335fj3oNOiMSP7NhoQZKT4NqyesjxFSrlWovTZ/T8rxv3oi4iyyGGETqOYI6qRow8RVk7i5Rcd/f5N1uvtXCphbaXcQEdc0rpzdiOIPI0mpGWa6R2sFXoRoRjOdnr6sqt/doWLq2RZui5lLluGkhI5DpVqSkr3Rm6Tq0pqKpyvv9jL43RbS9Lc/zO7fllpq3ZzqmkYrs9W/2Lnc/b2HsWbyXboVmxFlwIY91GtFjIB4AH3UipFuV0dTCVY06OWV73T2eyl3Gjs73YAOjduul66xOV5ysHAPs+I0pfVysbY4uipJ67v8A0vt7DzdyGmDIM8CfzHCtnA807qRstr7u2LllMRg8wzqGKFsyjqoJ1DAyOMaVy6vSUaFVU6ni+R6D/J44mj12G0dvl5812My42fc4lcg6uQgPlnIn0mumpxeqd+44f6eovmVu/T1NR9HRt28XBuhme2yqFDRMq3tMAZhTwHrSa93HY6PRWSFf5rtp/Z8bDO+Nu9gcbdurYF9cYVKQEZg1tIZMrW3Y/ikQI8qyrU7U7wk3a9y2+j/Zt98S+PvWDhwbPYpbIVWaXDlyqokDQASJOvKKHyL0k3LO1YzO9e0GGIvsqJGZis2rUsB94MyEkGJnXjW2nH4UebxVRvENWSTfGK89ipwW1rjA/wBnoYBW1bAOg4SvIyKtlTFVJyg1b0j9kS12jd/HHkFH5Coyop19Tn6ChtC9/vbno7D8jRlXIOuqP/U/Nihj7v8Avbn87/OjKuQdbU/qfmwuY9wJa6wHUuY+JqLIsp1HxfmzvaE8ST5k0EZm92NXryJGYhcxgTprx4+lARg5bInbE2gLV63fWGCtygyNVYA9YJ9arJXVhtGfU1Yza29+h6F9mduzXkvW7lq6Qwt3LRuIDkVCSBcXMYUe0DGsRrON6aM9RBxqLNF3TEPZGCY4i7eUoEZUsohQZnKMcgZ2InIO6IUanTWZjFydkUrVY0Y55Pw/BgMYpJNyQwdicw0EnUgj7p8PdI1rWuR5iom3m3u9+37Ps9TmFw2fP30XIpbvGC0CYUczQ3YIQzX1Ssr68e4XgsD2hYdpbXKpbvNAMch40OVi1OlnbV0rK+rIlSJFCgsJoIFI5UhgYIIIPQjUGgE2ndGx+3MHi7arjUh14NDRPVWTvLPMHTzrJUw2btPSYLpvq1q8r7rp+v7HMXtzDYS29nBJDkkM5DaEaSS/eYjWOQ+FTSw6iVx/TLqXSd5bX2SMk2HYDMRp/XLjWm6PP5GlcaqSpsNzd3Eup294ZlJIReRjQs3XWRHhSalRrRHW6PwUakesqargvyXW18NgF/Z3LSqYk9naaUUzDu1pT2a6HvNA7p6GlqU97nRqYXDtZXFeC/BhtpYB8LegS6qQytHddTqJI01Gh9a0RkpI4FajPD1bb22fNe9GQ7rLbLIRmRoI1g5T3lM+R4datZvURJxg3F6r7br6FTicTde+THdJGgHdy5eOYmZnSOnrUpW0LScJRzcff0sO4baaglFuIwPFCVYE8zlnQ+IgjrU6Mrlq043cXbtWnvt3JAspcICdxzoEYypJ5K/LwDfzVN2tyqjGbtHR8n9n+fMv7Wx8JhmS3iy92+5UG3bMLbzRGZgQSdeR9OBOGrjVGWVHpsB/hx1KfWVfWy8Lavv2LTHbs4LF5xg7wW9a7hTMSBk7kMrd4DSMw+NMhXktzLiOjKVVfw3Zry0MF9n3c7J2bZlMMACYI01I4cONa8ytc4HU1M2WzutO4X9TA9u4i+AOdv8AokA+BIozckHVJfNJL6+n3aOZ7K8FZz1chF9UWT/10fEwvSjsm+/T6L8llsXeNrDQVXsT7VtQB07wY6lh4kzw8seMwMMRD/lwZuwPSdTDT0Xw8UvXv73r6Rd58Xbu3GawI0gMRBY8iV5RVejsNUw9LLN35Ll78i3SmMo4nEKcI6cX/V78yt2LbuhxlYqwIZSWnJlEli0aAQT/AFFbntqY73mur3XHbx8D0LB/SDbkG9YLMoKrcULmIMT3TGTNCkgE8B0rM8O+DOtT6Ygvni+9cfDgMbb35a/auJh1NuAJZiM5QnKcsaKZKiZPtHhFWhQytZheI6UdWnJUlb1tt+DJbMW857O0uccShgr0mG4HlIg+NWr1qVJKVR24HPwtKvWbhSWa2rWlvr9tRVyyhYqf2TgkFWlkkaEBhLLryOb+KrxldJrVFJQjmcX8LXB7ee6+veLtE2c2e0rdojKrNqBIjPbYHKSNNdfSp32YK9K+aKd1ZX9U9iZu/bd3YWsKl4lCsMCVXNwaWMKRGnCqzslq7DcMpSk1CmpaeXbqx/F7q4u0uZrRIHEqVYjzAM/CqqrF8S9TAYimruN+7UocThs8awRMaBhqCDoauxFOeUftwigToABJ49NaVVqwpLNN2Row2FrYuo40o3er07Nf7eCKTE3LIxDNiACjKMh1ddNCSBwJgcuVEKkKivF3RpqYavRiqck4y3aejs9vuTt27TEMAHCl4tIwjunUROus1czV9ZJLV/c0L417Zy2rjqqjLKMy5jzbQ6yZjwjpUWT3KOpKLtCTSXJtX7ffAjX77uZd2Y9WYsfealKwuUpSd5Nvv1CzeKzEEHQg6qR0I/ojlBosEZOOxo9m7vWjZbF33a3YVS5H3oWZOaDK6aaSfzVKo07Lc6eGwEakesk2o8v35fUVszZ2z8fbJwN8h1ElWJkakDOjd4AxxHxqvWSi/iNEujqNSP8ADdn5mbxNhrbsjiGUkEeIp6d9Tizg4ScZboQKCBNBA/hHAMnTQwSJAPIxUSLQaT1DFsCREHQAkaAnwFEQqNNnccZYN+NQ3r7Lf9QahE1Hd35q/wCfrc62JkHuwxAUmTwEcBy4Coyg56bakarFDZ7E2Zax2Ft23uXkNhnH7K41ucxzScvtaR8az1Lxlc9B0fJVKKjxVy5wGx7uEzJhouo8EnEXrpuKwUJObKxdYCnLKwQYMHRbd9zeouOxh9uYgLcW1ZuErYtJZDKcobsxBIC6DUkelaoLTU85ja163wPRJLTsIzY66bYIuvKHKe83stJU8eRzCfFRVsquI62o4XzPTtez2+t/oRGx9w8SG/iVG/7lNTlQp1pvRu/gn6oZt7mNYufWUZGIGtrsyRJWGILOdZloA5wIECvNYX/EFGpXySWWLvaV/K+ml+/Q9XjejqqwzcbSaS+G3nbn7sWm7GIRsXYD2rY74gjOIbXLpmic0cq9JUTyuzPN4OcZV4Zorft8ONtybvZ9VwuMLXRimdiLwKmzkMsTlErMCI8hXL/TpvNc9u+lp04dVlVrW4/kz+7WMdtqW7lqQbl9jHPI7EsDHGFJPpWh7HHg/jui0+kG4TjbihiQAvdkkA5BMDgK2UF8FzhdKSviHFPl6GapxzToE6CobSV2Sk27If8AqN3/AHT/AMrfKkfq8P8A7kf+y/Jo/RYn/bl/1f4GcHhbt92t2soyAF3eYWeChRqzaTGkVedW2wyhhVKOapdLlxHsXbu4eLNwKe1mLqTDZYPZlT7Ee1xMwPw1EJ5nqXr0IwpN0/G+9uHhf7ExcWnZxOmTKbeXi/4ywjoD7qnK833EdZHJbs27eZE2c4FwBjCtKMegcZZ9Jn0q8thdFpTs9no/H3cvtxbDfWWWO8qmRzEMAfjXK6YpyqUo5Ff4vszuf4fkoV6ilp8P3RS7WP8A6i9/zbn/AHGujQTVKKfJehxsU715v/k/URYxLJOU6HipAKnzU6GmNJi41JQ2/byPT8LZ7DD2rdqELp2j5Q5zO2UBcwOZRJ4zICgVhm7yPWYakqdJJK19X3nLTNbJZCVjNoTefMU1ggqAJEgtqeFVNGxld9cEtrEyghbqC5HQkkHTzE+taqUrxPN9I0lTr/Ds1czdwQ4YiREaCT/XGsGJShiI1JxurNaK7vzaO30ZKVbo6phqFTLPMpO7ypp6WT4bJvntsKwyA5jHdbgDEEHjp41OCV5znFNRe3LtdinTUslGjQqTjKrC6m9XJcYq/JJ2fG6LPDdxS/P2E8yNSP4VPvZa3vkcCHwpz8F38fJeqI1SLLbY2797Ehmt5QF5tIk9BAqspqO5qw+DqV03HhzK/GYR7TFLilWHEGOevEaGrJp6oz1KcqcsslZml3x3cO0cDhBZvpaCBTluEhG7oXUie8sGNOZrNnUJO56WnSdahDq+SKH6PNzL1jFJiBjbBtqzo62bjMXKlkKEEAEZhOs8KJ1YtWL0sLUg83Anb53FOMuZeWUHzCifl6U6l8pwekGniJW7PQphVzIJoICgCdsnGracsyZgViIU8wZhvKsmNo1asFGnKzv2/Y24DEUaFRyrRzK1rK2+nNovLe37JUs+HDKO7lK2xqwJGvIaNwrHhsHiadS853Xe/wAHUrdI4KdJ5aT5apd/NmZxDhnZlXIpMhJJCiBoCdTzOvWuujgTkpSvFWXI5atliFHE/wBankPGgiMXJ2RzEbZ7K4otFx2YADLpGdozNrPeIOmugAPCotzHpyTTpu1tu3n5/hcCxxW8GJuLke8xU8QMqz5lQCahQiuATxdeatKT99xSNe6CsU8dZ2hG65npML/hdSpp4iplk/8ASrad9+Pu5IwN0FsraBxkaeU8D6MFb+7WijXVVbWa4HI6R6KngKiUpKUJXSkvvyadmMOpBIIggwR0I5Vp3OPqnqXr7Y7S3cygoVUEGfEV46n0EsLiaOeSmpNpq3/F9rPWT6a/U4erki4uKTTv2ozjXWzZ5Oac0jQ5pmRHOa9jCEYQUIrRK3gjyUpylNzb1bv47+puMXtnBYpFs7RWLtsauoaAx4gMmoPCRESOcVmdF7x2O/DpGk1lr6SW/K/h9RjAbQ2bgiThAXvMCouXM2VZ4SWAhZico86FRk9yZdI4eGlN3b48PEyyYthduteZluNMvElWnXT3jSIrS46KxwlUeeTm9Xx7SPtC8HeRroASRBYjTNHjVoKyF1ZKUroYtOVYMOIII9NaJwU4uL4qxFObpzU1umn5F1//AFF78Nv3N/mrh/8AjuE5y81+Dv8A/k2L/pj5P/8ARW7FxIwRbOh7K/3xllmUjQlk45W5RJ7p0gg105U7aR4GaFd1Yp1WlLXsuvt9zm29qDFPbCKwt2yWzOCpZipUAKdQACdT4VelB3uxWJqwjTcE7t8uC3I1aDlhQBartC5ZupibRhnSZIkTqjyOZJBb+8KXlUllZrVaVKoq0eK+uz+upWCrmUWKCT0fdvaS4nDpaL5Ltpey1OUXFI0AfkxCgyNQUJ4SDjqwcZXPS9H4qNSkoSdmtO/kWRwrrJxDpaUypIvO2YMRIhwAC0AaSRrGpkKWuxvlJRV5Oxhd5Np/WcQ1yCFEIoOhCrPEcjJJjlNa4RyxseYxdfrqzl4LuRAFsxmg5ZieUxMT1irXM+XS/AVbUkgASSYA6k6AVGxfWT5tj+LYSFUyqDKDyJ4s3qZ9I6VCLVGr5VsvbfvhYjmpFnoezt7sKtpFOZSFC5QjGI00yjh+lZpUpXPQ0ekKGRR202tyKLfHa9jEZOyBLCZcrl0/Drqevh60ynFx3MGPxNKtbJvz+xE3f3hvYbuKBcRjoh01P4Tyn1q04KWorC4ypR+GKuuX4LXam+z95LNtU1Izzm8yogD1M+VUjRW7NVfpSWsYK3buZBmJJJMk6kniSeZNOOSdFBImggKAJONv58vcVcqBe6CJjmZJk+NQlYZUnmtolpw/uzmF1Dr1XMPNO9P8ocetDIhqpLs9NfS5HqShJHcT964Pcnzb8geTVG7GfLHtfp+/p3kK5h0YhmUEjgTUlFJpWTHDUSV00XozUKkZtXs0/J3IqXIEEGR/XWuRCr1aySvde+Z9Cr4D9ZP9RScXGVmnpy/9j9QGpnlWnCXnUdThaxxP8QOFDCU8I7Zs2bTgtexb35cGS8b3stz8Yhv41gN7xlb+/XQXI8pU1tLnv3rf7PxF42wgUkKBEZCGkt1keo5DlURbuTUjG23d2ke1+yUXPvt/Z+A4G5+i+MnkJs9dCsfgWbi9vz+PPgVeJvZYAEk8BIHATxPhV7i4QzeBaDHW2s6N3WtgC3lghuOYtp0n1pai73+o+coqLj4W7eYyf2qT/tLY16ug5/xKP+n+EzfZin/EjfivqvyvTuIdWEhQBJwlkQbjjuLpHDO3JAfiTyHiRNW+CG04q2eWy+r5fn+wzful2LMZJ/qAOQHADlFSlYpKTk7sSBQ3ZExg5NLmQ8RjAMmQg52Cg8o5nTw/OquW1h8MPrPNdKKb/BLq5lJdvvWWHO2wcfwtCN8ez95quzGr4qbXJ38Ho/sPbNK5W1QPI/tPZy8wPGY5VWd7/gtStZ7X7eQhrQe6Vt8CTE6ADiSSeAAknoBUrRakZVKdoisTcBhF9heEiCxPFyOpgacgAOVC5hOSfwrZfXt8fotBuKCtibie+Bd5nuv/ABj7394a+YaqrTQdP4ln8H3/AL+txa3n7LLLdnnmPu5o/OKiyuWzS6vLwv8AUVhu6rXOfsp/ERqf7qn3stQ+QQ+FOXgu/wDZfVobSyxBIUwOdTdFVFtXSG6CBeFuG02e33W1GYATqINQ4pl4VZwd4tjSWlHBQPIAVJVtvcl4Tuhrn4RC/wAbSB7gGbzUVD5F6el5ctu9+2yNUigoJFCgkTQQFAEnaGMV8hFtbeVApyz3iPvHxqErDak+stljaytp6ladt2bDq1xoAIJETKmQRHiMwqJNWG0cPUck0vfEjptyyLl1HD5cOWFwgCCVbJlBBmWbQep4A1HWIcujqierVuPvtHsPty1fJYOAx+6YUjkABPAaADpFWTRnrUKsXeS8tiXUmcKAENbBMmlujCUs0lfvNsOksTSoqjSk4pXfw6Nt8W9+z9xu5cA4mmaLQyZZ1Hmd23xZFt7cskPazFmguuUE62wSwB4apm8yq1VzSdzTDBVpRaa7V3r8r7CNmbUsXAbjNCKQCG7uZjOVA3CTBJ10AJ6TbrEyjwNSHxSV0uXHs5/sSb90uSxiT04RwAA5ACAB0FMRik23dka7aDCGAI6ETUkKTi7pgRUlTtm4ysGUwQZB8arJq2oyjCbleHAjba2jbtxcUSrEhgsRbeJKEk6AjVfCRqVNL622hvXR0qnxJ2T9+XIgbN20t18uXKoGZnnMEUcWYQNOAA4kkAakCjruws+iZcJfT+5afalu/AtmEUQqH2gOZYc2J1J4choBV4NMx4qlUpuzVktvfN+9DoqzdkZ6cc0kiv3hvlbUBoLGNOMcTry5Vmkzu4aCcttiq3esE3M0aKD7zp86mkru4dJVVGlk4v0RpgKe5JHFp0ZT1REw23rSXQkkq37N24KA/dLSeOWc392lSqo6VDo6ad5OyenmRm2w1sxfsPb1IkzEjjBIExrwmhVkRPoqaXwyv3q35NF2gVCikFm/tCPuwf7LwIOrDqAPumbp5tTHUg6P8N7vf8fd+XAaFWEixUEkrBuASrGFcQT05hvQwfKRzqrGU3rZ7P2n4elxxsZcUfVS8DPPZ92S/s6cz0iYqNNxn8bL1etr7dvvwFYthIRTKoIBHAn7zepmPAL0oRE2vlWy9t+PpYVZxIAWQZWYgwNeoqriTGaVuwgXmfMuUAqfaPr56aTyPpViqy2dx6gqFBArauJFlUQzpq0R7TCTxPJQBHGQetQuY9wbtBcN+9+0vMTUiQoAUKCRNBBxjAmgEruxS7Zx5toXETIAB4e6qSZ0cPRTlYV9FewrePxrfWf2iWrZco2oclgAGHNRJJHMxOhNJk9DsUoK57Vt/dbC4uw1m5aUTqrKoDIwBAdSOYk+Bkg6E0tOxocU1Y+YBbM5eJnLpwJmNKcZG7K7PRNlh+yTtDLRqfy+EU5bHna2XrHl2JVSLI+KcjQVDY6lBPVmM29i3NwpJyjlyPietKkzsYeEVG/E3/0I7uWLxu4u8odrThLatqFOUMXjmdQB0g0ubN1OKepsPpP3Yw97AXrvZqlzDo91GUBT3QCymOIYKB6DpVYvUvON0eO7sY0mbJ4ASvhqJHxrVSlwOB0lQS/iruZfEU45AkipBK7sQtrYrsrRI4nQeZ/0k+lZ5PidnD0k2o8EaX6C9j2rhxF+4AzIURVOoHF85U6FpgA8oaOJpE2dqktze/SRse1iNn4kuAGt2muK3Ag2gXAJ5qYgjx6xVIvUvNXifNyOQQQYI4EU4zSipKz2Njs64WtoWmSNZ69a07wPOOMYYlqO12Vu9K922fEj3gfKky2OrhJfE12EnYAHYrHUz5yf0im02lA5uOjKeJa7vIVtzF5LZA9ptB4Azr+dKkzfh6d5LkiX9D+y7OI2gBeAYWrbXFVtQXVkUEjnGYmOoB5UqWx1aavI9/xmES6hS4oZTyI4EagjoQYIPIgUo0HzLsS72eJa0GzIWdQeuUmH9QPjWqm9bHF6RpKVPNxXoakCnnCOXHjhVZOxopUs2rM5j9oXbt4YexJZmFsRxZ2IWAeQkxSZSOxh8NFJNo9Qw30TLkW5cxTfWRa7POqjIGylFfKe8zKpCg5h7CtANJzHTVPQ8qxoxOzsRcw7N3rTQV1KMCJDAcgQQeR11pkZPgYq2GhPSS8TUbN2kl5cynUe0vMf1FOTucStQlSlZjW0NpdmpbkPeTyFQ5DaWHzOxlcTvDeYzmyjoJ/8k0vMzpRwlKKta56du39GGJK27+JxjpcJVzaALgRrkuMW16EARxgnjS3UfA1LCU7axXkZbG3cTg8YcJjSrkkEXB94MTDyeRMg8wQabCdzn4vBJJyjvuW1NOQFAChQSJoIEXx3TQy9P5kZfedCUUjgG19Rp/XjSpHWwrWZort2tvXsDfXEWCMwBUhvZZTEq0ctAfAgVRq5vTs7m4259MN+9Za1Zw62GcQbnaFyJ0OQZVg+JmOlVUC7qs82sEKyngAQfKCKuJkrxaPTQZ1HCnnmgoAYxi6A9P1qGOovWxjt5rJFwNyZY9V4/mKVI6+FleNiXuXvhe2bcZrah0uRntsSAYmCGE5WEnWDoeHCKNXNkZOJdb5/Sdex1k4dLIsW2jP3y7uBrlnKoVZ4iDPlIMKNiZTbVjM7rrN/yU/oKdT3Ob0i/wCD4o1ZFaDgiSKiWxel86KTedf2ano36Gs8jt4X5n3EXdPei/s+6btgghgA6MCUcDUTGoIkwRwk9SKo1c6EZOOxd72/SXicdaNjIlm23thCWZ41yljEL4Aa9YkVCjYtKbehi0WSB10qwuTsrm5tnStEzz+HSs+dzIbVzdq4YkwxiSTodRHpFZ3udyjbImi43XfuMOjT7wPkavF6WMeKprrFLsKrbV1zdYPGmgA4RxHrBqr3NdBRUE0N7L2jdw11L9lylxDKsPcQQdCCNCDVRydjXbW+lXH37Js/srWYQz2lYOQeMFmOWeo16EVVRRd1GzP7q4ebpaNEX4nQfDNTqa1OZ0jO1JR5v09o1wFPOIMXTqaVLc30l8CMbsfaJw+JtYgCTauLcy8JhpK+EiRSXqdyOh9C4f6Q9mva7X63bURJRjF0eHZe0T5A+E0rKzTnja54RvttwY7G3cSoIRiFQHjlQBQT4mCfCY5UxKyM8nd3Ebq4dmvSCQqgk8YOkRPrPpTILUxY2ajT7S421hw1tp+6GIHkP9Kloz0JtSXbYyNm6UZXESpDCeEqZE+GlLOofS2xt98DiLIvDE2rekulx0R0PMMGI4a68DypTTNKmmeLfSjvHbxuNz2DNu0gtq/DMQzMWHOJaB5TzpkVZCJtSZbbLxPaWUfquvmND8RWhO6PN14ZKjiSqkUKFBImggKAK/GWAZUjuty86q0bKU3ZNbmExFgoxRuIMf60o7MZKSuhqoLEvZeG7W6iQSCRMdBxkyIETrUpXYqvUyU3I9DtWwqhVEBQAB4DSnnnpScndiqCBnFgxp61DG0Wk9TI7zWnzBz7EQPPUmf65UuR18LKNrcSjqhrCgDTboWu7cfqQvuEn8xTqRyOk5axj4l+RTTlCGFD2LQTzKxSbx3V7KJGbMIHiOPw/Os8tjtYZPPczFUOgFAE3ZuAe6ZSBl1k8JEaf10q8Yt7GXE4mnSVpceBsAKfPY4eGdpWM5vPah1b8Sx/Kf8AUVnkdzCy+Foa3dxGW7lPBxHry/UetEWWxMLwvyO7yWyLswYIGvInw+VEtyMM/gsVNVNIuzbLMFHFiAPMmKlalZSUYuT4G52bgVsoFXj949T1rRFWR5yvXlWnmfgTQKkSRb49r1pb3OhS+VGAFJO2FAC7NsswUcWIA8zpUlZSUU2+B6DsjAizaVNJ4sRzY8fl6U6KsjgYir1s3Ly7iJtItkfKpLEGBz1qrNVG11d6GGpR1wigAoA9F2RYyWbaniFE+Z1/Wnx2PO4ieapJ9pLqRQoUEiaCAoArto4xVGZjCjn1PQDnVWzZQpS2W5idoYo3XLxHIeQ4T40pu516cMkbDeGRWdQzZVJAJ6DmaEWm2otpXZsNj7CW04urdLiDEAQQecg602MbanHxGLlUjkcbF3VjEFABQBBxWzw4ZTEGeOsePpVXE1QxGWz4mUxGwiiszXF7vgYPr4+VLynUjiVJpJMqKqaSz2JtM2XAJ/Zk94acxGaeOmlXhKzMmLwyqxbS+Lh+DaGtB5+1yr2ticlpmmDEDzOg+fpSZM6tCmsyiY00o6wUAX42Cjor27h1H3hofGNCPjTlTurpnKl0hKnNxnH6+0XWDw3Zoqcco4xEnrFNirKxy61TrJufMeIolsRSdpopd5rc21b8LfAgj84rPI7eFfxWM0D0qhvLxduqyhbtqRzjXXrlPzq+YxLCyi7xkU2Iy5myezJielVNcb2V9zlq4VYMOKkEeYM0IJRUk4vib7AXxctq45gT58x75rQndHm6tN05uPIduXI4cahuxalSzavYyu2trzmtoe7wZuZ4yB4Ups7NCha0mUdUNY7ew7JGZSMwkTzFSVjNS2LfdrZYusLmYgW2U8BqwJMAzwgLr4+tWirmPGYjq45bb3NpTTjETFW9dB8KhmmlJW1ZidobPuK7xbbLJiBIj+6KU0dinVi4q7IJFVHGh3SwCXC7uAxUrlB4A6mY58vdTIK5zsfWlC0Y8TXUw5IUAKFBImggj4t+XvqGPox4mJ29i89wqD3U0HnzP6elKkzs4eGWN+LK2qjzvnQBvcTtNLVsEAQB3VHE/hVR7vKnZrHChh5TlZ78/VsawG0musX9m0NFHNiOLT05AUKVy88PGnG28iq2ht49o+ViMqFFA5sWEt07oHPjHjVXI00sIsqut3fwt9y12T2lyMReeAR3EUkKBwlh94nx/wDFld6syV8kP4VNd74/sSMdtW1bHfPHgOZ8hUuSK0sNUm9DNbT2ylxCotkzwLQAD1gTMTS3I6dLDyi7tlHVDWFAG02Nic+HSeIlT/d0/KKcn8Jxa1FRxD5b+ZTbzYmWW2OCiT5nh8PzpcjfhYaORSVU1hQBsthY7tbevtJof0Pr+hrTCV0eexuH6qppsybduhQSTAGpPKhyF08O5b/uVB26GaFIVF1ZnjMR0RepqjqG2PR7iry34JcO9jZvXMUrKluLZjvMYMgzOkz5fGq6s0fBQks0vi5FTjdl3LepEr+JdR68xVGrGuFaEyDUDQoAKAL3dTFlbhtk91gTH7w6ek+4UyDsYMfRU4qXG/0LHb2MKWzB7zmB+p9350SYvD005W4IyNLOmdU6ieHhx9KCGX281uEtNxLAjN4CDMdTPwq8jHhZXlKPIuNk4M27HZr3bhh5/e0MHw0y1dKysYq81OpnesdvD3qGB22blu4cn7S0CSvWJ+R91CldEVMKoTir6PiWuHvq6h1MqwkGrIyzi4ScXuiLjLgkmYAGp8qqzRRi7GEx14PcdxwJJFKZ2qccsUmTd3dodjdEnuP3W/RvQ/Ampi7MRi6PWU9N1sbynHCCgBQoJE0EFZjr0B2/CCfcKozdSjsjBTSjshQAUATtpXTnWG9m2qyD+7r+dWYmlH4Xdbt+pP3fu9mju5hNInmdZyjmeFTETiFmklHcrcLhWv3CF0BJJP4QTxNVSuPnNU46mo2ntBbKKI4DKi+Q5/CmN2OfRoucm/Nmds4S7iSzyPMmB5ACqWbN0pwpJRIuMslGKGJXjBJBPHn51DGQlmVxioLhQBfbrXtXTyYfkf8A81eJjxcdpFTtC9nuu3VjHkNB8BVWaaccsEiPUFwoAtt2b2W9HJlI92o/L41eDszHjaeen3NEvbe00KPaWc2YA9NNTr6RQ2RQoyUlJjGydjqy9rdaF4x1A5k8hUxit2RiMRUi8lNa8yxfb1lUYIdQpCAKQJjTlwq2dGX9BOUk5eOvmI2PtjtBkue3yP4v9ahSvuMq4V05ZofLy5FfvKiB1ygBiCWjz0/WqSNWFcnF3KeqmoKAJOzr2S6jdGE+R0PwNShdSOaDRP3muTcC8lX4k/6CpkKwq+G5T1U0hQAtrpMEmYiPQAD4Ae6pKqK2PQ0tl0Rie/lBJGgJiTTrXOBnUJNLa5nttbL0a/bJDLqwBMkc2Hj1qjXE6NGuk1Tls9ibu3fAwyqDrLT4az+UH1qYvQTiqd6zb20Kbb208xNpD3R7R6kcvIVSTNmHo2+JlNVTUFAHoOwcV2thGPEDKfNdJ9dD60+Lujz+Kp5KrSJ9SIFCgkSTQQZ/bdyLDnqAPeQKW9jqUFeojH0s6YUAFADmHQFlB4E66xp51JWTaTaJG0cUHIVBFtBCj8z60NlKUHFXe7LHdjDmWuawNB0J5z1jT31aIjFSWkSNvFfzXcvJAB6nU/p7qiW4zDRtC/MTsPFpadi86iAR59KE7E14SnFJELFXy7s5+8ZqBsI5YpDVQWCgCdsW7lug+DT/ACk/oKstxNeN4EEVUcFABQA5YvFDmUwRMHzBH61JWUVJWY3UFjcbNwRt2VBnNxaTwnkOgFOy2RxJ11Oq7bcDP7w4LK3aCAraaaaxz86XJHSw1S6y8SoBqppF4i+ztmYydNfIRUlYxUVZDdQWCgANAD+Nv9o7P1/QAVLKU45YpDFQXCgAoA1e6u0iT2LEkBZWTJEQCs9OYHLhTYPgcrHUEl1i56/kscbMPHEhvLgdPKhi6dnlv2GP2VizbddSFOh6a6THhx9KWmdStBSiRrtsqSrcQYPpQMTTV0IqCQoA2W5v9g3/ADD/ANq02GxxukP5i7vyX1XMIoUEiH4HyNAR3RR7XsB7ZBniOFUaOjRm4yuUX2WnVvh8qpY19fIPstOrfD5UWDr5B9lp1b4fKiwdfIPstOrfD5UWDr5C02Sh+83vHyqcpV4iS4I0mEwqpbRVmAo+OpPvNXsYJVXKTb5lRiNiIzsxZ5JJ4rzP8NVymqOKkklZDf2Db/E/vX/LUZUT+rnyXvxD7Bt/if3r/loyoP1c+S9+IfYNv8T+9f8ALRlQfq58l78Q+wLf4n96/wCWjKg/Vz5L34nbWx0Qkhm0DcSvNSOnjRYl4iUlw4EL7LTq3w+VRYb18g+y06t8PlRYOvkH2WnVvh8qLB18g+y06t8PlRYOvkTdmbKQXUMsYMwYjTXpVox1M9bETdNo1cU05BDxmHUiCJB4g8KrJGujUk/Aym0tmIjwpaInj5+FKaOrSrSlG7Iv1Nep+HyqLDOsYfU16n4fKixHWMPqa9T8PlRYnrGH1Nep+HyosHWMPqa9T8PlRYjrGH1Nep+HyosT1jD6mvU/D5UWDrGdGDXqfh8qLEOoy33ewQF8NLSqmNR0ywdOEGrxWpixdVuk1bcvcR7RqzM1P5UYxsGsnU8fD5Uux1lUdjhwg6n4fKosGdnPqa9T8PlRYOsYpMEp5n4fKpsRKq0avdmyFskD8ZOvktMhscnGScql3yLarGUUKCT/2Q=="/>
          <p:cNvSpPr>
            <a:spLocks noChangeAspect="1" noChangeArrowheads="1"/>
          </p:cNvSpPr>
          <p:nvPr/>
        </p:nvSpPr>
        <p:spPr bwMode="auto">
          <a:xfrm>
            <a:off x="5846512" y="1825625"/>
            <a:ext cx="5507288" cy="5507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2" name="Picture 8" descr="https://www.fletchergroupllc.com/wp-content/uploads/elementor/thumbs/brainstorm-o9untfd5edbbij46fzsof1un5vcmqccl422nflfobc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1832" y="2223754"/>
            <a:ext cx="6160168" cy="3513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9192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just did is Brainstorming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When it is Needed?</a:t>
            </a:r>
          </a:p>
          <a:p>
            <a:pPr lvl="1"/>
            <a:r>
              <a:rPr lang="en-US" dirty="0"/>
              <a:t>increase the volume of possible ideas</a:t>
            </a:r>
          </a:p>
          <a:p>
            <a:pPr lvl="1"/>
            <a:r>
              <a:rPr lang="en-US" dirty="0"/>
              <a:t>used for many things including</a:t>
            </a:r>
          </a:p>
          <a:p>
            <a:pPr lvl="2"/>
            <a:r>
              <a:rPr lang="en-US" dirty="0"/>
              <a:t>names for products</a:t>
            </a:r>
          </a:p>
          <a:p>
            <a:pPr lvl="2"/>
            <a:r>
              <a:rPr lang="en-US" dirty="0"/>
              <a:t>features for the next release of a product,</a:t>
            </a:r>
          </a:p>
          <a:p>
            <a:pPr lvl="2"/>
            <a:r>
              <a:rPr lang="en-US" dirty="0"/>
              <a:t>possible solutions to difficult situations &amp; issues</a:t>
            </a:r>
          </a:p>
          <a:p>
            <a:pPr lvl="2"/>
            <a:r>
              <a:rPr lang="en-US" dirty="0"/>
              <a:t>goal generation for the team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86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just did is Brainstorming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Participants Needed</a:t>
            </a:r>
          </a:p>
          <a:p>
            <a:pPr lvl="1"/>
            <a:r>
              <a:rPr lang="en-US" dirty="0"/>
              <a:t>A facilitator</a:t>
            </a:r>
          </a:p>
          <a:p>
            <a:pPr lvl="1"/>
            <a:r>
              <a:rPr lang="en-US" dirty="0"/>
              <a:t>Several participants - normally 3 or more</a:t>
            </a:r>
          </a:p>
        </p:txBody>
      </p:sp>
    </p:spTree>
    <p:extLst>
      <p:ext uri="{BB962C8B-B14F-4D97-AF65-F5344CB8AC3E}">
        <p14:creationId xmlns:p14="http://schemas.microsoft.com/office/powerpoint/2010/main" val="33511060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just did is Brainstorming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Some rules of brainstorming </a:t>
            </a:r>
          </a:p>
          <a:p>
            <a:pPr lvl="1"/>
            <a:r>
              <a:rPr lang="en-US" dirty="0"/>
              <a:t>all ideas are equal</a:t>
            </a:r>
          </a:p>
          <a:p>
            <a:pPr lvl="1"/>
            <a:r>
              <a:rPr lang="en-US" dirty="0"/>
              <a:t>record everything</a:t>
            </a:r>
          </a:p>
          <a:p>
            <a:pPr lvl="1"/>
            <a:r>
              <a:rPr lang="en-US" dirty="0"/>
              <a:t>minimize interruptions &amp; stay focused on topic</a:t>
            </a:r>
          </a:p>
          <a:p>
            <a:pPr lvl="1"/>
            <a:r>
              <a:rPr lang="en-US" dirty="0"/>
              <a:t>make it fun/rewarding</a:t>
            </a:r>
          </a:p>
          <a:p>
            <a:pPr lvl="1"/>
            <a:r>
              <a:rPr lang="en-US" dirty="0"/>
              <a:t>wild &amp; wacky ideas are encouraged</a:t>
            </a:r>
          </a:p>
          <a:p>
            <a:pPr lvl="1"/>
            <a:r>
              <a:rPr lang="en-US" dirty="0"/>
              <a:t>build on the ideas of others</a:t>
            </a:r>
          </a:p>
          <a:p>
            <a:pPr lvl="1"/>
            <a:r>
              <a:rPr lang="en-US" dirty="0"/>
              <a:t>one conversation at a time</a:t>
            </a:r>
          </a:p>
          <a:p>
            <a:pPr lvl="1"/>
            <a:r>
              <a:rPr lang="en-US" dirty="0"/>
              <a:t>be visual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9499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EC91F-69DE-4489-8F97-269153CB4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Assignment 01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D9C3C-9389-4E19-9957-C1F74B353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The report includes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Title page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Group members, mention leader separately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Competing ideas and 8-up storyboards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Selected idea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Target Market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User classes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Brainstorming work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Sketches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27142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22070</TotalTime>
  <Words>736</Words>
  <Application>Microsoft Office PowerPoint</Application>
  <PresentationFormat>Widescreen</PresentationFormat>
  <Paragraphs>126</Paragraphs>
  <Slides>25</Slides>
  <Notes>6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Metropolitan</vt:lpstr>
      <vt:lpstr>Lecture 04  Inspiration and problem definition protocol </vt:lpstr>
      <vt:lpstr>Inspiration and problem definition protocol </vt:lpstr>
      <vt:lpstr>1 - Write down your idea on Paper </vt:lpstr>
      <vt:lpstr>2 - Draw an 8-up storyboard </vt:lpstr>
      <vt:lpstr>A Storyboard</vt:lpstr>
      <vt:lpstr>A Storyboard</vt:lpstr>
      <vt:lpstr>A Storyboard</vt:lpstr>
      <vt:lpstr>A Storyboard</vt:lpstr>
      <vt:lpstr>A Storyboard</vt:lpstr>
      <vt:lpstr>A Storyboard</vt:lpstr>
      <vt:lpstr>A Story board</vt:lpstr>
      <vt:lpstr>A Story board</vt:lpstr>
      <vt:lpstr>A Story board</vt:lpstr>
      <vt:lpstr>Some example problems </vt:lpstr>
      <vt:lpstr>3 - Share your work with others</vt:lpstr>
      <vt:lpstr>4 - Discuss each idea</vt:lpstr>
      <vt:lpstr>5 - Finalize one idea</vt:lpstr>
      <vt:lpstr>6 - Define Target Market </vt:lpstr>
      <vt:lpstr>7- Identify classes </vt:lpstr>
      <vt:lpstr>8- Make sketches and storyboards</vt:lpstr>
      <vt:lpstr>What we just did is Brainstorming </vt:lpstr>
      <vt:lpstr>What we just did is Brainstorming </vt:lpstr>
      <vt:lpstr>What we just did is Brainstorming </vt:lpstr>
      <vt:lpstr>What we just did is Brainstorming </vt:lpstr>
      <vt:lpstr>Assignment 01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Ethnography</dc:title>
  <cp:revision>499</cp:revision>
  <dcterms:created xsi:type="dcterms:W3CDTF">2019-09-26T19:35:35Z</dcterms:created>
  <dcterms:modified xsi:type="dcterms:W3CDTF">2023-03-31T08:18:56Z</dcterms:modified>
</cp:coreProperties>
</file>